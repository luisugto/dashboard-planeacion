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835d688121472f" /><Relationship Type="http://schemas.openxmlformats.org/officeDocument/2006/relationships/extended-properties" Target="/docProps/app.xml" Id="R22ae4007b24e4b00" /><Relationship Type="http://schemas.openxmlformats.org/officeDocument/2006/relationships/officeDocument" Target="/ppt/presentation.xml" Id="Racefd3d5725d43e3" /></Relationships>
</file>

<file path=ppt/presentation.xml><?xml version="1.0" encoding="utf-8"?>
<p:presentation xmlns:p="http://schemas.openxmlformats.org/presentationml/2006/main">
  <p:sldMasterIdLst>
    <p:sldMasterId xmlns:r="http://schemas.openxmlformats.org/officeDocument/2006/relationships" id="2147483648" r:id="Rdb1c2763555147ed"/>
  </p:sldMasterIdLst>
  <p:notesMasterIdLst>
    <p:notesMasterId xmlns:r="http://schemas.openxmlformats.org/officeDocument/2006/relationships" r:id="R06798144c7fa406f"/>
  </p:notesMasterIdLst>
  <p:sldIdLst>
    <p:sldId xmlns:r="http://schemas.openxmlformats.org/officeDocument/2006/relationships" id="256" r:id="R62ea44ad08594fe6"/>
    <p:sldId xmlns:r="http://schemas.openxmlformats.org/officeDocument/2006/relationships" id="257" r:id="Ra47ddcd26cff4b28"/>
    <p:sldId xmlns:r="http://schemas.openxmlformats.org/officeDocument/2006/relationships" id="258" r:id="R1bdb42a61be54f37"/>
    <p:sldId xmlns:r="http://schemas.openxmlformats.org/officeDocument/2006/relationships" id="259" r:id="R76a7c0aa7faa4a59"/>
    <p:sldId xmlns:r="http://schemas.openxmlformats.org/officeDocument/2006/relationships" id="260" r:id="R40d49557b63d444e"/>
    <p:sldId xmlns:r="http://schemas.openxmlformats.org/officeDocument/2006/relationships" id="261" r:id="Rf3a99fd97e634604"/>
    <p:sldId xmlns:r="http://schemas.openxmlformats.org/officeDocument/2006/relationships" id="262" r:id="Rb46a538309ab45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8e1ffcde8844bf" /><Relationship Type="http://schemas.openxmlformats.org/officeDocument/2006/relationships/slideMaster" Target="/ppt/slideMasters/slideMaster1.xml" Id="Rdb1c2763555147ed" /><Relationship Type="http://schemas.openxmlformats.org/officeDocument/2006/relationships/notesMaster" Target="/ppt/notesMasters/notesMaster1.xml" Id="R06798144c7fa406f" /><Relationship Type="http://schemas.openxmlformats.org/officeDocument/2006/relationships/presProps" Target="/ppt/presProps.xml" Id="R316ecee3e34b4d18" /><Relationship Type="http://schemas.openxmlformats.org/officeDocument/2006/relationships/tableStyles" Target="/ppt/tableStyles.xml" Id="R327fd5cfcb2b4ea9" /><Relationship Type="http://schemas.openxmlformats.org/officeDocument/2006/relationships/slide" Target="/ppt/slides/slide1.xml" Id="R62ea44ad08594fe6" /><Relationship Type="http://schemas.openxmlformats.org/officeDocument/2006/relationships/slide" Target="/ppt/slides/slide2.xml" Id="Ra47ddcd26cff4b28" /><Relationship Type="http://schemas.openxmlformats.org/officeDocument/2006/relationships/slide" Target="/ppt/slides/slide3.xml" Id="R1bdb42a61be54f37" /><Relationship Type="http://schemas.openxmlformats.org/officeDocument/2006/relationships/slide" Target="/ppt/slides/slide4.xml" Id="R76a7c0aa7faa4a59" /><Relationship Type="http://schemas.openxmlformats.org/officeDocument/2006/relationships/slide" Target="/ppt/slides/slide5.xml" Id="R40d49557b63d444e" /><Relationship Type="http://schemas.openxmlformats.org/officeDocument/2006/relationships/slide" Target="/ppt/slides/slide6.xml" Id="Rf3a99fd97e634604" /><Relationship Type="http://schemas.openxmlformats.org/officeDocument/2006/relationships/slide" Target="/ppt/slides/slide7.xml" Id="Rb46a538309ab45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b396d2104b49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c03ba4c8734f43" /><Relationship Type="http://schemas.openxmlformats.org/officeDocument/2006/relationships/notesMaster" Target="/ppt/notesMasters/notesMaster1.xml" Id="Rc4e8e351b3d846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67153096604258" /><Relationship Type="http://schemas.openxmlformats.org/officeDocument/2006/relationships/notesMaster" Target="/ppt/notesMasters/notesMaster1.xml" Id="R86ea9b3f7e6242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e6fc32096f4937" /><Relationship Type="http://schemas.openxmlformats.org/officeDocument/2006/relationships/notesMaster" Target="/ppt/notesMasters/notesMaster1.xml" Id="Rca1c18634c0345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fb1cc5f60040bd" /><Relationship Type="http://schemas.openxmlformats.org/officeDocument/2006/relationships/notesMaster" Target="/ppt/notesMasters/notesMaster1.xml" Id="Rc0e19c07688648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09bfa996294984" /><Relationship Type="http://schemas.openxmlformats.org/officeDocument/2006/relationships/notesMaster" Target="/ppt/notesMasters/notesMaster1.xml" Id="Rc250916b188c45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c7747bffb345b0" /><Relationship Type="http://schemas.openxmlformats.org/officeDocument/2006/relationships/notesMaster" Target="/ppt/notesMasters/notesMaster1.xml" Id="Rf3a5182f8d4847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96987c7cb042f5" /><Relationship Type="http://schemas.openxmlformats.org/officeDocument/2006/relationships/notesMaster" Target="/ppt/notesMasters/notesMaster1.xml" Id="R2b86961546b94c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cifra 576 representa filas con ID_Actividad no vacío y único, no personas ni sesiones. Seis de ocho áreas del catálogo tienen registros. Cuatro actividades adicionales figuran como SIN ASIGNAR, ya incluidas en las 576. La tarjeta 7/9 del tablero incluye esta categoría administrativa como séptima categoría activa. No se mide cumplimiento de metas ni personas únicas.</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áreas esperadas se obtienen de los valores no vacíos de Direccion en Cat_Alineacion, excluyendo SIN ASIGNAR: ocho. La suma de las filas de la tabla es 576. Última captura significa máximo de Fecha_Captura, no fecha de última edición ni última sincronización. Los datos no prueban incumplimiento. Cat_Alineacion contiene además tres filas sin dirección, filas 48 a 50, excluidas del denominador.</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agrupan todas las filas hijas por ID_Actividad antes de sumar. Sin territorio o población significa ausencia de filas relacionadas. Sin evidencia significa ausencia de Archivo_Evidencia no vacío en Regitro_Evidencia. Foto_Evidencia está vacío en las 576 actividades. Existen 291 registros de evidencia asociados a 266 actividades. No se verificaron permisos ni contenido de los archivos. Diferencias: 65 de 546 actividades con ambos registros y totales numéricos tienen suma territorial diferente de suma demográfica. Las 30 actividades restantes carecen de una o ambas fuentes. No se suman ambas fuentes para estimar personas. No comparable no significa sin problemas.</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se trata de un ranking de desempeño. Museos concentra 486/576 actividades (84.4%) y 273/310 de los faltantes documentales (88.1%). Formación concentra 52/65 diferencias detectadas (80.0%), con una tasa 52/61 entre comparables. Marce debe confirmar la convocatoria. Patrimonio tiene un caso de diferencia absoluta de 49,254 entre territorio y población, que requiere aclarar alcance, periodo y fuente.</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plazos son una propuesta y no un compromiso institucional confirmado. Se debe preservar el historial. Los equipos validarán cada observación antes de corregirla. No se hicieron cambios en la base ni en el código del tablero. La evidencia de errores de cálculo de Indicador_Oficial corresponde a la lectura de las celdas y requiere atención técnica, no atribución automática a los capturistas.</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Registro_Actividades: casos en filas 331, 469 y 293 respectivamente. Totales calculados mediante suma de Cantidad en Registro_Territorio y Cantidad_Poblacion en Registro_Poblacion, enlazadas por ID_Actividad. Patrimonio: nombre completo Reporte de visitantes presenciales y virtuales en la Zona Arqueológica de Cañada de la Virgen en SMA., inicio 01/01/2026, fin 30/06/2026. Formación: XXV Concurso - Muestra. La Cocina del Noreste, fecha 25/09/2026. Museos: Lectura dramatizada de oráculos griegos, fecha 25/07/2026. No se determina cuál cifra es correcta con esta revisión.</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Rangos calculados a partir de Fecha_Captura y Fecha_Inicio. La última captura registrada es 21/10/2026 14:21:45. El corte de lectura es 16:33 h. Existen fechas de fin posteriores al corte; por ello el informe no certifica actividades concluidas. Se encontraron 0 claves de actividad duplicadas y 0 hijos huérfanos en territorio, población y evidencia. No se encontraron cantidades negativas ni discrepancias participación+acceso vs total en las filas revisadas. Esto no certifica otras dimensiones de calidad. Los errores de indicadores son valores visibles del origen, no estimaciones, y no se usaron como filtro para atribuir pendientes a una dirección.</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2ec9084e424c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bbcaaf7e6949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b142e1b9d049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874ee8f42e44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0fa019275042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12351fb25743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CB4745-CFB5-4504-85C9-E08219BE15E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3EA80B-35D0-4EE8-A738-B9F2552D66C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DD98E7E-45A8-406A-8EAA-4C1C9B623B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6F774D-DF14-42F6-9939-8CD319FD83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89E120-8D0B-4A6F-A0FA-3282B8D42F5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C11E979-7EC8-476F-B554-40701194AB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AFDA2F-ECF7-4854-A7E8-A3D45834C2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9FA75E-809A-412F-B9BF-EC4E475E07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465923-3970-4831-A302-10A164DAB1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767CB0-278D-4B9C-B499-83E9AD5516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73edd45bca43a0" /><Relationship Type="http://schemas.openxmlformats.org/officeDocument/2006/relationships/slideLayout" Target="/ppt/slideLayouts/slideLayout1.xml" Id="Rba2c931fc763437b" /><Relationship Type="http://schemas.openxmlformats.org/officeDocument/2006/relationships/slideLayout" Target="/ppt/slideLayouts/slideLayout2.xml" Id="R82976cf2ed0745e3" /><Relationship Type="http://schemas.openxmlformats.org/officeDocument/2006/relationships/slideLayout" Target="/ppt/slideLayouts/slideLayout3.xml" Id="R00550912b8dd4711" /><Relationship Type="http://schemas.openxmlformats.org/officeDocument/2006/relationships/slideLayout" Target="/ppt/slideLayouts/slideLayout4.xml" Id="R20e69eff4a12441c" /><Relationship Type="http://schemas.openxmlformats.org/officeDocument/2006/relationships/slideLayout" Target="/ppt/slideLayouts/slideLayout5.xml" Id="R02ec2cb8c3a14c84" /><Relationship Type="http://schemas.openxmlformats.org/officeDocument/2006/relationships/slideLayout" Target="/ppt/slideLayouts/slideLayout6.xml" Id="R70e5a145f93347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2c931fc763437b"/>
    <p:sldLayoutId xmlns:r="http://schemas.openxmlformats.org/officeDocument/2006/relationships" id="2147483650" r:id="R82976cf2ed0745e3"/>
    <p:sldLayoutId xmlns:r="http://schemas.openxmlformats.org/officeDocument/2006/relationships" id="2147483651" r:id="R00550912b8dd4711"/>
    <p:sldLayoutId xmlns:r="http://schemas.openxmlformats.org/officeDocument/2006/relationships" id="2147483652" r:id="R20e69eff4a12441c"/>
    <p:sldLayoutId xmlns:r="http://schemas.openxmlformats.org/officeDocument/2006/relationships" id="2147483653" r:id="R02ec2cb8c3a14c84"/>
    <p:sldLayoutId xmlns:r="http://schemas.openxmlformats.org/officeDocument/2006/relationships" id="2147483654" r:id="R70e5a145f93347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13c7dcc8444b0e" /><Relationship Type="http://schemas.openxmlformats.org/officeDocument/2006/relationships/image" Target="/ppt/media/image.png" Id="Rf2b9b6337f784b1e" /><Relationship Type="http://schemas.openxmlformats.org/officeDocument/2006/relationships/notesSlide" Target="/ppt/notesSlides/notesSlide1.xml" Id="Rddec31f7d7b140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96b91f0c884af3" /><Relationship Type="http://schemas.openxmlformats.org/officeDocument/2006/relationships/image" Target="/ppt/media/image2.png" Id="Ra8f0356bd0d84f73" /><Relationship Type="http://schemas.openxmlformats.org/officeDocument/2006/relationships/notesSlide" Target="/ppt/notesSlides/notesSlide2.xml" Id="R2fc746f986a548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59f22ed2f34dba" /><Relationship Type="http://schemas.openxmlformats.org/officeDocument/2006/relationships/image" Target="/ppt/media/image3.png" Id="Rf1d5de2730484d75" /><Relationship Type="http://schemas.openxmlformats.org/officeDocument/2006/relationships/notesSlide" Target="/ppt/notesSlides/notesSlide3.xml" Id="Rbc4abdf23ed84e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4eb7013ed840f7" /><Relationship Type="http://schemas.openxmlformats.org/officeDocument/2006/relationships/image" Target="/ppt/media/image4.png" Id="R1397ffbcaaaf4ec2" /><Relationship Type="http://schemas.openxmlformats.org/officeDocument/2006/relationships/notesSlide" Target="/ppt/notesSlides/notesSlide4.xml" Id="R22d49eddfa874b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7750238e9db4791" /><Relationship Type="http://schemas.openxmlformats.org/officeDocument/2006/relationships/image" Target="/ppt/media/image5.png" Id="R7d1f818793444c85" /><Relationship Type="http://schemas.openxmlformats.org/officeDocument/2006/relationships/notesSlide" Target="/ppt/notesSlides/notesSlide5.xml" Id="Rc049f90615aa4e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bf788f9478a4f90" /><Relationship Type="http://schemas.openxmlformats.org/officeDocument/2006/relationships/image" Target="/ppt/media/image6.png" Id="R7ed9f0541ecb421d" /><Relationship Type="http://schemas.openxmlformats.org/officeDocument/2006/relationships/notesSlide" Target="/ppt/notesSlides/notesSlide6.xml" Id="R9230fb549cd543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918e478be22485e" /><Relationship Type="http://schemas.openxmlformats.org/officeDocument/2006/relationships/image" Target="/ppt/media/image7.png" Id="R47477a98a252493f" /><Relationship Type="http://schemas.openxmlformats.org/officeDocument/2006/relationships/notesSlide" Target="/ppt/notesSlides/notesSlide7.xml" Id="R52d40a0e3562416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B9D7D6E-1BED-4333-A442-84824B1A5B83}"/>
              </a:ext>
            </a:extLst>
          </p:cNvPr>
          <p:cNvPicPr>
            <a:picLocks xmlns:a="http://schemas.openxmlformats.org/drawingml/2006/main" noChangeAspect="1"/>
          </p:cNvPicPr>
          <p:nvPr/>
        </p:nvPicPr>
        <p:blipFill>
          <a:blip xmlns:r="http://schemas.openxmlformats.org/officeDocument/2006/relationships" xmlns:a="http://schemas.openxmlformats.org/drawingml/2006/main" r:embed="Rf2b9b6337f784b1e"/>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4CEB2F61-BADA-45CE-A82E-6D4662A93408}"/>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5A1CD4C1-D9F3-4240-BBE3-A5D3CB77022A}"/>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77C2EDEF-79F9-448C-A445-A8E3A88FC881}"/>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Estado de captura y calidad</a:t>
            </a:r>
          </a:p>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de la información</a:t>
            </a:r>
          </a:p>
        </p:txBody>
      </p:sp>
      <p:sp>
        <p:nvSpPr>
          <p:cNvPr id="5" name="fuente">
            <a:extLst xmlns:a="http://schemas.openxmlformats.org/drawingml/2006/main">
              <a:ext uri="{FF2B5EF4-FFF2-40B4-BE49-F238E27FC236}">
                <a16:creationId xmlns:a16="http://schemas.microsoft.com/office/drawing/2014/main" id="{5A332EFD-7BA8-4033-81F7-F06405E554BC}"/>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6" name="pagina">
            <a:extLst xmlns:a="http://schemas.openxmlformats.org/drawingml/2006/main">
              <a:ext uri="{FF2B5EF4-FFF2-40B4-BE49-F238E27FC236}">
                <a16:creationId xmlns:a16="http://schemas.microsoft.com/office/drawing/2014/main" id="{E04D34C3-E1EF-46D3-84C8-B58DB67D3CB7}"/>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01</a:t>
            </a:r>
          </a:p>
        </p:txBody>
      </p:sp>
      <p:sp>
        <p:nvSpPr>
          <p:cNvPr id="7" name="alcance">
            <a:extLst xmlns:a="http://schemas.openxmlformats.org/drawingml/2006/main">
              <a:ext uri="{FF2B5EF4-FFF2-40B4-BE49-F238E27FC236}">
                <a16:creationId xmlns:a16="http://schemas.microsoft.com/office/drawing/2014/main" id="{87822774-439E-4AD8-BD43-30483377E710}"/>
              </a:ext>
            </a:extLst>
          </p:cNvPr>
          <p:cNvSpPr>
            <a:spLocks xmlns:a="http://schemas.openxmlformats.org/drawingml/2006/main" noGrp="1"/>
          </p:cNvSpPr>
          <p:nvPr/>
        </p:nvSpPr>
        <p:spPr>
          <a:xfrm xmlns:a="http://schemas.openxmlformats.org/drawingml/2006/main">
            <a:off x="571500" y="2714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3666A"/>
                </a:solidFill>
                <a:latin typeface="Arial"/>
                <a:ea typeface="Arial"/>
                <a:cs typeface="Arial"/>
              </a:defRPr>
            </a:defPPr>
            <a:lvl1pPr algn="l">
              <a:defRPr sz="2175" b="0">
                <a:solidFill>
                  <a:srgbClr val="63666A"/>
                </a:solidFill>
                <a:latin typeface="Arial"/>
                <a:ea typeface="Arial"/>
                <a:cs typeface="Arial"/>
              </a:defRPr>
            </a:lvl1pPr>
            <a:lvl2pPr algn="l">
              <a:defRPr sz="2175" b="0">
                <a:solidFill>
                  <a:srgbClr val="63666A"/>
                </a:solidFill>
                <a:latin typeface="Arial"/>
                <a:ea typeface="Arial"/>
                <a:cs typeface="Arial"/>
              </a:defRPr>
            </a:lvl2pPr>
            <a:lvl3pPr algn="l">
              <a:defRPr sz="2175" b="0">
                <a:solidFill>
                  <a:srgbClr val="63666A"/>
                </a:solidFill>
                <a:latin typeface="Arial"/>
                <a:ea typeface="Arial"/>
                <a:cs typeface="Arial"/>
              </a:defRPr>
            </a:lvl3pPr>
            <a:lvl4pPr algn="l">
              <a:defRPr sz="2175" b="0">
                <a:solidFill>
                  <a:srgbClr val="63666A"/>
                </a:solidFill>
                <a:latin typeface="Arial"/>
                <a:ea typeface="Arial"/>
                <a:cs typeface="Arial"/>
              </a:defRPr>
            </a:lvl4pPr>
            <a:lvl5pPr algn="l">
              <a:defRPr sz="2175" b="0">
                <a:solidFill>
                  <a:srgbClr val="63666A"/>
                </a:solidFill>
                <a:latin typeface="Arial"/>
                <a:ea typeface="Arial"/>
                <a:cs typeface="Arial"/>
              </a:defRPr>
            </a:lvl5pPr>
            <a:lvl6pPr algn="l">
              <a:defRPr sz="2175" b="0">
                <a:solidFill>
                  <a:srgbClr val="63666A"/>
                </a:solidFill>
                <a:latin typeface="Arial"/>
                <a:ea typeface="Arial"/>
                <a:cs typeface="Arial"/>
              </a:defRPr>
            </a:lvl6pPr>
            <a:lvl7pPr algn="l">
              <a:defRPr sz="2175" b="0">
                <a:solidFill>
                  <a:srgbClr val="63666A"/>
                </a:solidFill>
                <a:latin typeface="Arial"/>
                <a:ea typeface="Arial"/>
                <a:cs typeface="Arial"/>
              </a:defRPr>
            </a:lvl7pPr>
            <a:lvl8pPr algn="l">
              <a:defRPr sz="2175" b="0">
                <a:solidFill>
                  <a:srgbClr val="63666A"/>
                </a:solidFill>
                <a:latin typeface="Arial"/>
                <a:ea typeface="Arial"/>
                <a:cs typeface="Arial"/>
              </a:defRPr>
            </a:lvl8pPr>
            <a:lvl9pPr algn="l">
              <a:defRPr sz="2175" b="0">
                <a:solidFill>
                  <a:srgbClr val="63666A"/>
                </a:solidFill>
                <a:latin typeface="Arial"/>
                <a:ea typeface="Arial"/>
                <a:cs typeface="Arial"/>
              </a:defRPr>
            </a:lvl9pPr>
          </a:lstStyle>
          <a:p xmlns:a="http://schemas.openxmlformats.org/drawingml/2006/main">
            <a:pPr algn="l">
              <a:defRPr sz="2175" b="0">
                <a:solidFill>
                  <a:srgbClr val="63666A"/>
                </a:solidFill>
                <a:latin typeface="Arial"/>
                <a:ea typeface="Arial"/>
                <a:cs typeface="Arial"/>
              </a:defRPr>
            </a:pPr>
            <a:r>
              <a:rPr sz="2175" b="0">
                <a:solidFill>
                  <a:srgbClr val="63666A"/>
                </a:solidFill>
                <a:latin typeface="Arial"/>
                <a:ea typeface="Arial"/>
                <a:cs typeface="Arial"/>
              </a:rPr>
              <a:t>Acumulado disponible al 21 de octubre de 2026</a:t>
            </a:r>
          </a:p>
        </p:txBody>
      </p:sp>
      <p:sp>
        <p:nvSpPr>
          <p:cNvPr id="8" name="numero-actividades">
            <a:extLst xmlns:a="http://schemas.openxmlformats.org/drawingml/2006/main">
              <a:ext uri="{FF2B5EF4-FFF2-40B4-BE49-F238E27FC236}">
                <a16:creationId xmlns:a16="http://schemas.microsoft.com/office/drawing/2014/main" id="{AAFF8102-750F-43C0-B353-75B8B781549B}"/>
              </a:ext>
            </a:extLst>
          </p:cNvPr>
          <p:cNvSpPr>
            <a:spLocks xmlns:a="http://schemas.openxmlformats.org/drawingml/2006/main" noGrp="1"/>
          </p:cNvSpPr>
          <p:nvPr/>
        </p:nvSpPr>
        <p:spPr>
          <a:xfrm xmlns:a="http://schemas.openxmlformats.org/drawingml/2006/main">
            <a:off x="571500" y="3619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4B87"/>
                </a:solidFill>
                <a:latin typeface="Arial"/>
                <a:ea typeface="Arial"/>
                <a:cs typeface="Arial"/>
              </a:defRPr>
            </a:defPPr>
            <a:lvl1pPr algn="l">
              <a:defRPr sz="6600" b="1">
                <a:solidFill>
                  <a:srgbClr val="004B87"/>
                </a:solidFill>
                <a:latin typeface="Arial"/>
                <a:ea typeface="Arial"/>
                <a:cs typeface="Arial"/>
              </a:defRPr>
            </a:lvl1pPr>
            <a:lvl2pPr algn="l">
              <a:defRPr sz="6600" b="1">
                <a:solidFill>
                  <a:srgbClr val="004B87"/>
                </a:solidFill>
                <a:latin typeface="Arial"/>
                <a:ea typeface="Arial"/>
                <a:cs typeface="Arial"/>
              </a:defRPr>
            </a:lvl2pPr>
            <a:lvl3pPr algn="l">
              <a:defRPr sz="6600" b="1">
                <a:solidFill>
                  <a:srgbClr val="004B87"/>
                </a:solidFill>
                <a:latin typeface="Arial"/>
                <a:ea typeface="Arial"/>
                <a:cs typeface="Arial"/>
              </a:defRPr>
            </a:lvl3pPr>
            <a:lvl4pPr algn="l">
              <a:defRPr sz="6600" b="1">
                <a:solidFill>
                  <a:srgbClr val="004B87"/>
                </a:solidFill>
                <a:latin typeface="Arial"/>
                <a:ea typeface="Arial"/>
                <a:cs typeface="Arial"/>
              </a:defRPr>
            </a:lvl4pPr>
            <a:lvl5pPr algn="l">
              <a:defRPr sz="6600" b="1">
                <a:solidFill>
                  <a:srgbClr val="004B87"/>
                </a:solidFill>
                <a:latin typeface="Arial"/>
                <a:ea typeface="Arial"/>
                <a:cs typeface="Arial"/>
              </a:defRPr>
            </a:lvl5pPr>
            <a:lvl6pPr algn="l">
              <a:defRPr sz="6600" b="1">
                <a:solidFill>
                  <a:srgbClr val="004B87"/>
                </a:solidFill>
                <a:latin typeface="Arial"/>
                <a:ea typeface="Arial"/>
                <a:cs typeface="Arial"/>
              </a:defRPr>
            </a:lvl6pPr>
            <a:lvl7pPr algn="l">
              <a:defRPr sz="6600" b="1">
                <a:solidFill>
                  <a:srgbClr val="004B87"/>
                </a:solidFill>
                <a:latin typeface="Arial"/>
                <a:ea typeface="Arial"/>
                <a:cs typeface="Arial"/>
              </a:defRPr>
            </a:lvl7pPr>
            <a:lvl8pPr algn="l">
              <a:defRPr sz="6600" b="1">
                <a:solidFill>
                  <a:srgbClr val="004B87"/>
                </a:solidFill>
                <a:latin typeface="Arial"/>
                <a:ea typeface="Arial"/>
                <a:cs typeface="Arial"/>
              </a:defRPr>
            </a:lvl8pPr>
            <a:lvl9pPr algn="l">
              <a:defRPr sz="6600" b="1">
                <a:solidFill>
                  <a:srgbClr val="004B87"/>
                </a:solidFill>
                <a:latin typeface="Arial"/>
                <a:ea typeface="Arial"/>
                <a:cs typeface="Arial"/>
              </a:defRPr>
            </a:lvl9pPr>
          </a:lstStyle>
          <a:p xmlns:a="http://schemas.openxmlformats.org/drawingml/2006/main">
            <a:pPr algn="l">
              <a:defRPr sz="6600" b="1">
                <a:solidFill>
                  <a:srgbClr val="004B87"/>
                </a:solidFill>
                <a:latin typeface="Arial"/>
                <a:ea typeface="Arial"/>
                <a:cs typeface="Arial"/>
              </a:defRPr>
            </a:pPr>
            <a:r>
              <a:rPr sz="6600" b="1">
                <a:solidFill>
                  <a:srgbClr val="004B87"/>
                </a:solidFill>
                <a:latin typeface="Arial"/>
                <a:ea typeface="Arial"/>
                <a:cs typeface="Arial"/>
              </a:rPr>
              <a:t>576</a:t>
            </a:r>
          </a:p>
        </p:txBody>
      </p:sp>
      <p:sp>
        <p:nvSpPr>
          <p:cNvPr id="9" name="etiqueta-actividades">
            <a:extLst xmlns:a="http://schemas.openxmlformats.org/drawingml/2006/main">
              <a:ext uri="{FF2B5EF4-FFF2-40B4-BE49-F238E27FC236}">
                <a16:creationId xmlns:a16="http://schemas.microsoft.com/office/drawing/2014/main" id="{AD792C32-60C4-4EC0-9F04-19D6CFACD177}"/>
              </a:ext>
            </a:extLst>
          </p:cNvPr>
          <p:cNvSpPr>
            <a:spLocks xmlns:a="http://schemas.openxmlformats.org/drawingml/2006/main" noGrp="1"/>
          </p:cNvSpPr>
          <p:nvPr/>
        </p:nvSpPr>
        <p:spPr>
          <a:xfrm xmlns:a="http://schemas.openxmlformats.org/drawingml/2006/main">
            <a:off x="571500" y="46482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A3A"/>
                </a:solidFill>
                <a:latin typeface="Arial"/>
                <a:ea typeface="Arial"/>
                <a:cs typeface="Arial"/>
              </a:defRPr>
            </a:defPPr>
            <a:lvl1pPr algn="l">
              <a:defRPr sz="2100" b="0">
                <a:solidFill>
                  <a:srgbClr val="182A3A"/>
                </a:solidFill>
                <a:latin typeface="Arial"/>
                <a:ea typeface="Arial"/>
                <a:cs typeface="Arial"/>
              </a:defRPr>
            </a:lvl1pPr>
            <a:lvl2pPr algn="l">
              <a:defRPr sz="2100" b="0">
                <a:solidFill>
                  <a:srgbClr val="182A3A"/>
                </a:solidFill>
                <a:latin typeface="Arial"/>
                <a:ea typeface="Arial"/>
                <a:cs typeface="Arial"/>
              </a:defRPr>
            </a:lvl2pPr>
            <a:lvl3pPr algn="l">
              <a:defRPr sz="2100" b="0">
                <a:solidFill>
                  <a:srgbClr val="182A3A"/>
                </a:solidFill>
                <a:latin typeface="Arial"/>
                <a:ea typeface="Arial"/>
                <a:cs typeface="Arial"/>
              </a:defRPr>
            </a:lvl3pPr>
            <a:lvl4pPr algn="l">
              <a:defRPr sz="2100" b="0">
                <a:solidFill>
                  <a:srgbClr val="182A3A"/>
                </a:solidFill>
                <a:latin typeface="Arial"/>
                <a:ea typeface="Arial"/>
                <a:cs typeface="Arial"/>
              </a:defRPr>
            </a:lvl4pPr>
            <a:lvl5pPr algn="l">
              <a:defRPr sz="2100" b="0">
                <a:solidFill>
                  <a:srgbClr val="182A3A"/>
                </a:solidFill>
                <a:latin typeface="Arial"/>
                <a:ea typeface="Arial"/>
                <a:cs typeface="Arial"/>
              </a:defRPr>
            </a:lvl5pPr>
            <a:lvl6pPr algn="l">
              <a:defRPr sz="2100" b="0">
                <a:solidFill>
                  <a:srgbClr val="182A3A"/>
                </a:solidFill>
                <a:latin typeface="Arial"/>
                <a:ea typeface="Arial"/>
                <a:cs typeface="Arial"/>
              </a:defRPr>
            </a:lvl6pPr>
            <a:lvl7pPr algn="l">
              <a:defRPr sz="2100" b="0">
                <a:solidFill>
                  <a:srgbClr val="182A3A"/>
                </a:solidFill>
                <a:latin typeface="Arial"/>
                <a:ea typeface="Arial"/>
                <a:cs typeface="Arial"/>
              </a:defRPr>
            </a:lvl7pPr>
            <a:lvl8pPr algn="l">
              <a:defRPr sz="2100" b="0">
                <a:solidFill>
                  <a:srgbClr val="182A3A"/>
                </a:solidFill>
                <a:latin typeface="Arial"/>
                <a:ea typeface="Arial"/>
                <a:cs typeface="Arial"/>
              </a:defRPr>
            </a:lvl8pPr>
            <a:lvl9pPr algn="l">
              <a:defRPr sz="2100" b="0">
                <a:solidFill>
                  <a:srgbClr val="182A3A"/>
                </a:solidFill>
                <a:latin typeface="Arial"/>
                <a:ea typeface="Arial"/>
                <a:cs typeface="Arial"/>
              </a:defRPr>
            </a:lvl9pPr>
          </a:lstStyle>
          <a:p xmlns:a="http://schemas.openxmlformats.org/drawingml/2006/main">
            <a:pPr algn="l">
              <a:defRPr sz="2100" b="0">
                <a:solidFill>
                  <a:srgbClr val="182A3A"/>
                </a:solidFill>
                <a:latin typeface="Arial"/>
                <a:ea typeface="Arial"/>
                <a:cs typeface="Arial"/>
              </a:defRPr>
            </a:pPr>
            <a:r>
              <a:rPr sz="2100" b="0">
                <a:solidFill>
                  <a:srgbClr val="182A3A"/>
                </a:solidFill>
                <a:latin typeface="Arial"/>
                <a:ea typeface="Arial"/>
                <a:cs typeface="Arial"/>
              </a:rPr>
              <a:t>actividades registradas</a:t>
            </a:r>
          </a:p>
        </p:txBody>
      </p:sp>
      <p:sp>
        <p:nvSpPr>
          <p:cNvPr id="10" name="numero-areas">
            <a:extLst xmlns:a="http://schemas.openxmlformats.org/drawingml/2006/main">
              <a:ext uri="{FF2B5EF4-FFF2-40B4-BE49-F238E27FC236}">
                <a16:creationId xmlns:a16="http://schemas.microsoft.com/office/drawing/2014/main" id="{84D32C02-CCFB-4D34-9756-41F995C34B3A}"/>
              </a:ext>
            </a:extLst>
          </p:cNvPr>
          <p:cNvSpPr>
            <a:spLocks xmlns:a="http://schemas.openxmlformats.org/drawingml/2006/main" noGrp="1"/>
          </p:cNvSpPr>
          <p:nvPr/>
        </p:nvSpPr>
        <p:spPr>
          <a:xfrm xmlns:a="http://schemas.openxmlformats.org/drawingml/2006/main">
            <a:off x="6096000" y="361950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4B87"/>
                </a:solidFill>
                <a:latin typeface="Arial"/>
                <a:ea typeface="Arial"/>
                <a:cs typeface="Arial"/>
              </a:defRPr>
            </a:defPPr>
            <a:lvl1pPr algn="l">
              <a:defRPr sz="6600" b="1">
                <a:solidFill>
                  <a:srgbClr val="004B87"/>
                </a:solidFill>
                <a:latin typeface="Arial"/>
                <a:ea typeface="Arial"/>
                <a:cs typeface="Arial"/>
              </a:defRPr>
            </a:lvl1pPr>
            <a:lvl2pPr algn="l">
              <a:defRPr sz="6600" b="1">
                <a:solidFill>
                  <a:srgbClr val="004B87"/>
                </a:solidFill>
                <a:latin typeface="Arial"/>
                <a:ea typeface="Arial"/>
                <a:cs typeface="Arial"/>
              </a:defRPr>
            </a:lvl2pPr>
            <a:lvl3pPr algn="l">
              <a:defRPr sz="6600" b="1">
                <a:solidFill>
                  <a:srgbClr val="004B87"/>
                </a:solidFill>
                <a:latin typeface="Arial"/>
                <a:ea typeface="Arial"/>
                <a:cs typeface="Arial"/>
              </a:defRPr>
            </a:lvl3pPr>
            <a:lvl4pPr algn="l">
              <a:defRPr sz="6600" b="1">
                <a:solidFill>
                  <a:srgbClr val="004B87"/>
                </a:solidFill>
                <a:latin typeface="Arial"/>
                <a:ea typeface="Arial"/>
                <a:cs typeface="Arial"/>
              </a:defRPr>
            </a:lvl4pPr>
            <a:lvl5pPr algn="l">
              <a:defRPr sz="6600" b="1">
                <a:solidFill>
                  <a:srgbClr val="004B87"/>
                </a:solidFill>
                <a:latin typeface="Arial"/>
                <a:ea typeface="Arial"/>
                <a:cs typeface="Arial"/>
              </a:defRPr>
            </a:lvl5pPr>
            <a:lvl6pPr algn="l">
              <a:defRPr sz="6600" b="1">
                <a:solidFill>
                  <a:srgbClr val="004B87"/>
                </a:solidFill>
                <a:latin typeface="Arial"/>
                <a:ea typeface="Arial"/>
                <a:cs typeface="Arial"/>
              </a:defRPr>
            </a:lvl6pPr>
            <a:lvl7pPr algn="l">
              <a:defRPr sz="6600" b="1">
                <a:solidFill>
                  <a:srgbClr val="004B87"/>
                </a:solidFill>
                <a:latin typeface="Arial"/>
                <a:ea typeface="Arial"/>
                <a:cs typeface="Arial"/>
              </a:defRPr>
            </a:lvl7pPr>
            <a:lvl8pPr algn="l">
              <a:defRPr sz="6600" b="1">
                <a:solidFill>
                  <a:srgbClr val="004B87"/>
                </a:solidFill>
                <a:latin typeface="Arial"/>
                <a:ea typeface="Arial"/>
                <a:cs typeface="Arial"/>
              </a:defRPr>
            </a:lvl8pPr>
            <a:lvl9pPr algn="l">
              <a:defRPr sz="6600" b="1">
                <a:solidFill>
                  <a:srgbClr val="004B87"/>
                </a:solidFill>
                <a:latin typeface="Arial"/>
                <a:ea typeface="Arial"/>
                <a:cs typeface="Arial"/>
              </a:defRPr>
            </a:lvl9pPr>
          </a:lstStyle>
          <a:p xmlns:a="http://schemas.openxmlformats.org/drawingml/2006/main">
            <a:pPr algn="l">
              <a:defRPr sz="6600" b="1">
                <a:solidFill>
                  <a:srgbClr val="004B87"/>
                </a:solidFill>
                <a:latin typeface="Arial"/>
                <a:ea typeface="Arial"/>
                <a:cs typeface="Arial"/>
              </a:defRPr>
            </a:pPr>
            <a:r>
              <a:rPr sz="6600" b="1">
                <a:solidFill>
                  <a:srgbClr val="004B87"/>
                </a:solidFill>
                <a:latin typeface="Arial"/>
                <a:ea typeface="Arial"/>
                <a:cs typeface="Arial"/>
              </a:rPr>
              <a:t>6 de 8</a:t>
            </a:r>
          </a:p>
        </p:txBody>
      </p:sp>
      <p:sp>
        <p:nvSpPr>
          <p:cNvPr id="11" name="etiqueta-areas">
            <a:extLst xmlns:a="http://schemas.openxmlformats.org/drawingml/2006/main">
              <a:ext uri="{FF2B5EF4-FFF2-40B4-BE49-F238E27FC236}">
                <a16:creationId xmlns:a16="http://schemas.microsoft.com/office/drawing/2014/main" id="{678FF633-6E0C-46A3-86FA-E26C3D19FDBD}"/>
              </a:ext>
            </a:extLst>
          </p:cNvPr>
          <p:cNvSpPr>
            <a:spLocks xmlns:a="http://schemas.openxmlformats.org/drawingml/2006/main" noGrp="1"/>
          </p:cNvSpPr>
          <p:nvPr/>
        </p:nvSpPr>
        <p:spPr>
          <a:xfrm xmlns:a="http://schemas.openxmlformats.org/drawingml/2006/main">
            <a:off x="6096000" y="46482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A3A"/>
                </a:solidFill>
                <a:latin typeface="Arial"/>
                <a:ea typeface="Arial"/>
                <a:cs typeface="Arial"/>
              </a:defRPr>
            </a:defPPr>
            <a:lvl1pPr algn="l">
              <a:defRPr sz="2100" b="0">
                <a:solidFill>
                  <a:srgbClr val="182A3A"/>
                </a:solidFill>
                <a:latin typeface="Arial"/>
                <a:ea typeface="Arial"/>
                <a:cs typeface="Arial"/>
              </a:defRPr>
            </a:lvl1pPr>
            <a:lvl2pPr algn="l">
              <a:defRPr sz="2100" b="0">
                <a:solidFill>
                  <a:srgbClr val="182A3A"/>
                </a:solidFill>
                <a:latin typeface="Arial"/>
                <a:ea typeface="Arial"/>
                <a:cs typeface="Arial"/>
              </a:defRPr>
            </a:lvl2pPr>
            <a:lvl3pPr algn="l">
              <a:defRPr sz="2100" b="0">
                <a:solidFill>
                  <a:srgbClr val="182A3A"/>
                </a:solidFill>
                <a:latin typeface="Arial"/>
                <a:ea typeface="Arial"/>
                <a:cs typeface="Arial"/>
              </a:defRPr>
            </a:lvl3pPr>
            <a:lvl4pPr algn="l">
              <a:defRPr sz="2100" b="0">
                <a:solidFill>
                  <a:srgbClr val="182A3A"/>
                </a:solidFill>
                <a:latin typeface="Arial"/>
                <a:ea typeface="Arial"/>
                <a:cs typeface="Arial"/>
              </a:defRPr>
            </a:lvl4pPr>
            <a:lvl5pPr algn="l">
              <a:defRPr sz="2100" b="0">
                <a:solidFill>
                  <a:srgbClr val="182A3A"/>
                </a:solidFill>
                <a:latin typeface="Arial"/>
                <a:ea typeface="Arial"/>
                <a:cs typeface="Arial"/>
              </a:defRPr>
            </a:lvl5pPr>
            <a:lvl6pPr algn="l">
              <a:defRPr sz="2100" b="0">
                <a:solidFill>
                  <a:srgbClr val="182A3A"/>
                </a:solidFill>
                <a:latin typeface="Arial"/>
                <a:ea typeface="Arial"/>
                <a:cs typeface="Arial"/>
              </a:defRPr>
            </a:lvl6pPr>
            <a:lvl7pPr algn="l">
              <a:defRPr sz="2100" b="0">
                <a:solidFill>
                  <a:srgbClr val="182A3A"/>
                </a:solidFill>
                <a:latin typeface="Arial"/>
                <a:ea typeface="Arial"/>
                <a:cs typeface="Arial"/>
              </a:defRPr>
            </a:lvl7pPr>
            <a:lvl8pPr algn="l">
              <a:defRPr sz="2100" b="0">
                <a:solidFill>
                  <a:srgbClr val="182A3A"/>
                </a:solidFill>
                <a:latin typeface="Arial"/>
                <a:ea typeface="Arial"/>
                <a:cs typeface="Arial"/>
              </a:defRPr>
            </a:lvl8pPr>
            <a:lvl9pPr algn="l">
              <a:defRPr sz="2100" b="0">
                <a:solidFill>
                  <a:srgbClr val="182A3A"/>
                </a:solidFill>
                <a:latin typeface="Arial"/>
                <a:ea typeface="Arial"/>
                <a:cs typeface="Arial"/>
              </a:defRPr>
            </a:lvl9pPr>
          </a:lstStyle>
          <a:p xmlns:a="http://schemas.openxmlformats.org/drawingml/2006/main">
            <a:pPr algn="l">
              <a:defRPr sz="2100" b="0">
                <a:solidFill>
                  <a:srgbClr val="182A3A"/>
                </a:solidFill>
                <a:latin typeface="Arial"/>
                <a:ea typeface="Arial"/>
                <a:cs typeface="Arial"/>
              </a:defRPr>
            </a:pPr>
            <a:r>
              <a:rPr sz="2100" b="0">
                <a:solidFill>
                  <a:srgbClr val="182A3A"/>
                </a:solidFill>
                <a:latin typeface="Arial"/>
                <a:ea typeface="Arial"/>
                <a:cs typeface="Arial"/>
              </a:rPr>
              <a:t>áreas identificadas con captura</a:t>
            </a:r>
          </a:p>
        </p:txBody>
      </p:sp>
      <p:sp>
        <p:nvSpPr>
          <p:cNvPr id="12" name="objetivo">
            <a:extLst xmlns:a="http://schemas.openxmlformats.org/drawingml/2006/main">
              <a:ext uri="{FF2B5EF4-FFF2-40B4-BE49-F238E27FC236}">
                <a16:creationId xmlns:a16="http://schemas.microsoft.com/office/drawing/2014/main" id="{FD65F721-010C-4790-833C-875C6C2A757C}"/>
              </a:ext>
            </a:extLst>
          </p:cNvPr>
          <p:cNvSpPr>
            <a:spLocks xmlns:a="http://schemas.openxmlformats.org/drawingml/2006/main" noGrp="1"/>
          </p:cNvSpPr>
          <p:nvPr/>
        </p:nvSpPr>
        <p:spPr>
          <a:xfrm xmlns:a="http://schemas.openxmlformats.org/drawingml/2006/main">
            <a:off x="571500" y="55245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A3A"/>
                </a:solidFill>
                <a:latin typeface="Arial"/>
                <a:ea typeface="Arial"/>
                <a:cs typeface="Arial"/>
              </a:defRPr>
            </a:defPPr>
            <a:lvl1pPr algn="l">
              <a:defRPr sz="2025" b="0">
                <a:solidFill>
                  <a:srgbClr val="182A3A"/>
                </a:solidFill>
                <a:latin typeface="Arial"/>
                <a:ea typeface="Arial"/>
                <a:cs typeface="Arial"/>
              </a:defRPr>
            </a:lvl1pPr>
            <a:lvl2pPr algn="l">
              <a:defRPr sz="2025" b="0">
                <a:solidFill>
                  <a:srgbClr val="182A3A"/>
                </a:solidFill>
                <a:latin typeface="Arial"/>
                <a:ea typeface="Arial"/>
                <a:cs typeface="Arial"/>
              </a:defRPr>
            </a:lvl2pPr>
            <a:lvl3pPr algn="l">
              <a:defRPr sz="2025" b="0">
                <a:solidFill>
                  <a:srgbClr val="182A3A"/>
                </a:solidFill>
                <a:latin typeface="Arial"/>
                <a:ea typeface="Arial"/>
                <a:cs typeface="Arial"/>
              </a:defRPr>
            </a:lvl3pPr>
            <a:lvl4pPr algn="l">
              <a:defRPr sz="2025" b="0">
                <a:solidFill>
                  <a:srgbClr val="182A3A"/>
                </a:solidFill>
                <a:latin typeface="Arial"/>
                <a:ea typeface="Arial"/>
                <a:cs typeface="Arial"/>
              </a:defRPr>
            </a:lvl4pPr>
            <a:lvl5pPr algn="l">
              <a:defRPr sz="2025" b="0">
                <a:solidFill>
                  <a:srgbClr val="182A3A"/>
                </a:solidFill>
                <a:latin typeface="Arial"/>
                <a:ea typeface="Arial"/>
                <a:cs typeface="Arial"/>
              </a:defRPr>
            </a:lvl5pPr>
            <a:lvl6pPr algn="l">
              <a:defRPr sz="2025" b="0">
                <a:solidFill>
                  <a:srgbClr val="182A3A"/>
                </a:solidFill>
                <a:latin typeface="Arial"/>
                <a:ea typeface="Arial"/>
                <a:cs typeface="Arial"/>
              </a:defRPr>
            </a:lvl6pPr>
            <a:lvl7pPr algn="l">
              <a:defRPr sz="2025" b="0">
                <a:solidFill>
                  <a:srgbClr val="182A3A"/>
                </a:solidFill>
                <a:latin typeface="Arial"/>
                <a:ea typeface="Arial"/>
                <a:cs typeface="Arial"/>
              </a:defRPr>
            </a:lvl7pPr>
            <a:lvl8pPr algn="l">
              <a:defRPr sz="2025" b="0">
                <a:solidFill>
                  <a:srgbClr val="182A3A"/>
                </a:solidFill>
                <a:latin typeface="Arial"/>
                <a:ea typeface="Arial"/>
                <a:cs typeface="Arial"/>
              </a:defRPr>
            </a:lvl8pPr>
            <a:lvl9pPr algn="l">
              <a:defRPr sz="2025" b="0">
                <a:solidFill>
                  <a:srgbClr val="182A3A"/>
                </a:solidFill>
                <a:latin typeface="Arial"/>
                <a:ea typeface="Arial"/>
                <a:cs typeface="Arial"/>
              </a:defRPr>
            </a:lvl9pPr>
          </a:lstStyle>
          <a:p xmlns:a="http://schemas.openxmlformats.org/drawingml/2006/main">
            <a:pPr algn="l">
              <a:defRPr sz="2025" b="0">
                <a:solidFill>
                  <a:srgbClr val="182A3A"/>
                </a:solidFill>
                <a:latin typeface="Arial"/>
                <a:ea typeface="Arial"/>
                <a:cs typeface="Arial"/>
              </a:defRPr>
            </a:pPr>
            <a:r>
              <a:rPr sz="2025" b="0">
                <a:solidFill>
                  <a:srgbClr val="182A3A"/>
                </a:solidFill>
                <a:latin typeface="Arial"/>
                <a:ea typeface="Arial"/>
                <a:cs typeface="Arial"/>
              </a:rPr>
              <a:t>Revisión ejecutiva para definir reuniones de acompañamiento</a:t>
            </a:r>
          </a:p>
        </p:txBody>
      </p:sp>
      <p:sp>
        <p:nvSpPr>
          <p:cNvPr id="13" name="autor">
            <a:extLst xmlns:a="http://schemas.openxmlformats.org/drawingml/2006/main">
              <a:ext uri="{FF2B5EF4-FFF2-40B4-BE49-F238E27FC236}">
                <a16:creationId xmlns:a16="http://schemas.microsoft.com/office/drawing/2014/main" id="{D3B32C22-E34C-4C4B-9F17-308A9FF1A13E}"/>
              </a:ext>
            </a:extLst>
          </p:cNvPr>
          <p:cNvSpPr>
            <a:spLocks xmlns:a="http://schemas.openxmlformats.org/drawingml/2006/main" noGrp="1"/>
          </p:cNvSpPr>
          <p:nvPr/>
        </p:nvSpPr>
        <p:spPr>
          <a:xfrm xmlns:a="http://schemas.openxmlformats.org/drawingml/2006/main">
            <a:off x="571500" y="59817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3666A"/>
                </a:solidFill>
                <a:latin typeface="Arial"/>
                <a:ea typeface="Arial"/>
                <a:cs typeface="Arial"/>
              </a:defRPr>
            </a:defPPr>
            <a:lvl1pPr algn="l">
              <a:defRPr sz="1350" b="0">
                <a:solidFill>
                  <a:srgbClr val="63666A"/>
                </a:solidFill>
                <a:latin typeface="Arial"/>
                <a:ea typeface="Arial"/>
                <a:cs typeface="Arial"/>
              </a:defRPr>
            </a:lvl1pPr>
            <a:lvl2pPr algn="l">
              <a:defRPr sz="1350" b="0">
                <a:solidFill>
                  <a:srgbClr val="63666A"/>
                </a:solidFill>
                <a:latin typeface="Arial"/>
                <a:ea typeface="Arial"/>
                <a:cs typeface="Arial"/>
              </a:defRPr>
            </a:lvl2pPr>
            <a:lvl3pPr algn="l">
              <a:defRPr sz="1350" b="0">
                <a:solidFill>
                  <a:srgbClr val="63666A"/>
                </a:solidFill>
                <a:latin typeface="Arial"/>
                <a:ea typeface="Arial"/>
                <a:cs typeface="Arial"/>
              </a:defRPr>
            </a:lvl3pPr>
            <a:lvl4pPr algn="l">
              <a:defRPr sz="1350" b="0">
                <a:solidFill>
                  <a:srgbClr val="63666A"/>
                </a:solidFill>
                <a:latin typeface="Arial"/>
                <a:ea typeface="Arial"/>
                <a:cs typeface="Arial"/>
              </a:defRPr>
            </a:lvl4pPr>
            <a:lvl5pPr algn="l">
              <a:defRPr sz="1350" b="0">
                <a:solidFill>
                  <a:srgbClr val="63666A"/>
                </a:solidFill>
                <a:latin typeface="Arial"/>
                <a:ea typeface="Arial"/>
                <a:cs typeface="Arial"/>
              </a:defRPr>
            </a:lvl5pPr>
            <a:lvl6pPr algn="l">
              <a:defRPr sz="1350" b="0">
                <a:solidFill>
                  <a:srgbClr val="63666A"/>
                </a:solidFill>
                <a:latin typeface="Arial"/>
                <a:ea typeface="Arial"/>
                <a:cs typeface="Arial"/>
              </a:defRPr>
            </a:lvl6pPr>
            <a:lvl7pPr algn="l">
              <a:defRPr sz="1350" b="0">
                <a:solidFill>
                  <a:srgbClr val="63666A"/>
                </a:solidFill>
                <a:latin typeface="Arial"/>
                <a:ea typeface="Arial"/>
                <a:cs typeface="Arial"/>
              </a:defRPr>
            </a:lvl7pPr>
            <a:lvl8pPr algn="l">
              <a:defRPr sz="1350" b="0">
                <a:solidFill>
                  <a:srgbClr val="63666A"/>
                </a:solidFill>
                <a:latin typeface="Arial"/>
                <a:ea typeface="Arial"/>
                <a:cs typeface="Arial"/>
              </a:defRPr>
            </a:lvl8pPr>
            <a:lvl9pPr algn="l">
              <a:defRPr sz="1350" b="0">
                <a:solidFill>
                  <a:srgbClr val="63666A"/>
                </a:solidFill>
                <a:latin typeface="Arial"/>
                <a:ea typeface="Arial"/>
                <a:cs typeface="Arial"/>
              </a:defRPr>
            </a:lvl9pPr>
          </a:lstStyle>
          <a:p xmlns:a="http://schemas.openxmlformats.org/drawingml/2006/main">
            <a:pPr algn="l">
              <a:defRPr sz="1350" b="0">
                <a:solidFill>
                  <a:srgbClr val="63666A"/>
                </a:solidFill>
                <a:latin typeface="Arial"/>
                <a:ea typeface="Arial"/>
                <a:cs typeface="Arial"/>
              </a:defRPr>
            </a:pPr>
            <a:r>
              <a:rPr sz="1350" b="0">
                <a:solidFill>
                  <a:srgbClr val="63666A"/>
                </a:solidFill>
                <a:latin typeface="Arial"/>
                <a:ea typeface="Arial"/>
                <a:cs typeface="Arial"/>
              </a:rPr>
              <a:t>Luis Angel Durán Alvarez  ·  PULSO Q</a:t>
            </a:r>
          </a:p>
        </p:txBody>
      </p:sp>
    </p:spTree>
    <p:extLst>
      <p:ext uri="{BB962C8B-B14F-4D97-AF65-F5344CB8AC3E}">
        <p14:creationId xmlns:p14="http://schemas.microsoft.com/office/powerpoint/2010/main" val="13601053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274E4D3-3E55-4A58-BC7D-E52BACACB8C8}"/>
              </a:ext>
            </a:extLst>
          </p:cNvPr>
          <p:cNvPicPr>
            <a:picLocks xmlns:a="http://schemas.openxmlformats.org/drawingml/2006/main" noChangeAspect="1"/>
          </p:cNvPicPr>
          <p:nvPr/>
        </p:nvPicPr>
        <p:blipFill>
          <a:blip xmlns:r="http://schemas.openxmlformats.org/officeDocument/2006/relationships" xmlns:a="http://schemas.openxmlformats.org/drawingml/2006/main" r:embed="Ra8f0356bd0d84f73"/>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250B58EA-55F3-41BC-A69F-AB0C085C2B5A}"/>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3246F7A3-8CE1-4895-8871-7D1171373E4C}"/>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92C1951C-AFFF-4320-AC04-49E88E295123}"/>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Participación de las áreas en la captura</a:t>
            </a:r>
          </a:p>
        </p:txBody>
      </p:sp>
      <p:sp>
        <p:nvSpPr>
          <p:cNvPr id="5" name="subtitulo">
            <a:extLst xmlns:a="http://schemas.openxmlformats.org/drawingml/2006/main">
              <a:ext uri="{FF2B5EF4-FFF2-40B4-BE49-F238E27FC236}">
                <a16:creationId xmlns:a16="http://schemas.microsoft.com/office/drawing/2014/main" id="{1739E38D-0301-4B67-A6E8-B1019ECC106D}"/>
              </a:ext>
            </a:extLst>
          </p:cNvPr>
          <p:cNvSpPr>
            <a:spLocks xmlns:a="http://schemas.openxmlformats.org/drawingml/2006/main" noGrp="1"/>
          </p:cNvSpPr>
          <p:nvPr/>
        </p:nvSpPr>
        <p:spPr>
          <a:xfrm xmlns:a="http://schemas.openxmlformats.org/drawingml/2006/main">
            <a:off x="571500" y="1790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666A"/>
                </a:solidFill>
                <a:latin typeface="Arial"/>
                <a:ea typeface="Arial"/>
                <a:cs typeface="Arial"/>
              </a:defRPr>
            </a:defPPr>
            <a:lvl1pPr algn="l">
              <a:defRPr sz="1800" b="0">
                <a:solidFill>
                  <a:srgbClr val="63666A"/>
                </a:solidFill>
                <a:latin typeface="Arial"/>
                <a:ea typeface="Arial"/>
                <a:cs typeface="Arial"/>
              </a:defRPr>
            </a:lvl1pPr>
            <a:lvl2pPr algn="l">
              <a:defRPr sz="1800" b="0">
                <a:solidFill>
                  <a:srgbClr val="63666A"/>
                </a:solidFill>
                <a:latin typeface="Arial"/>
                <a:ea typeface="Arial"/>
                <a:cs typeface="Arial"/>
              </a:defRPr>
            </a:lvl2pPr>
            <a:lvl3pPr algn="l">
              <a:defRPr sz="1800" b="0">
                <a:solidFill>
                  <a:srgbClr val="63666A"/>
                </a:solidFill>
                <a:latin typeface="Arial"/>
                <a:ea typeface="Arial"/>
                <a:cs typeface="Arial"/>
              </a:defRPr>
            </a:lvl3pPr>
            <a:lvl4pPr algn="l">
              <a:defRPr sz="1800" b="0">
                <a:solidFill>
                  <a:srgbClr val="63666A"/>
                </a:solidFill>
                <a:latin typeface="Arial"/>
                <a:ea typeface="Arial"/>
                <a:cs typeface="Arial"/>
              </a:defRPr>
            </a:lvl4pPr>
            <a:lvl5pPr algn="l">
              <a:defRPr sz="1800" b="0">
                <a:solidFill>
                  <a:srgbClr val="63666A"/>
                </a:solidFill>
                <a:latin typeface="Arial"/>
                <a:ea typeface="Arial"/>
                <a:cs typeface="Arial"/>
              </a:defRPr>
            </a:lvl5pPr>
            <a:lvl6pPr algn="l">
              <a:defRPr sz="1800" b="0">
                <a:solidFill>
                  <a:srgbClr val="63666A"/>
                </a:solidFill>
                <a:latin typeface="Arial"/>
                <a:ea typeface="Arial"/>
                <a:cs typeface="Arial"/>
              </a:defRPr>
            </a:lvl6pPr>
            <a:lvl7pPr algn="l">
              <a:defRPr sz="1800" b="0">
                <a:solidFill>
                  <a:srgbClr val="63666A"/>
                </a:solidFill>
                <a:latin typeface="Arial"/>
                <a:ea typeface="Arial"/>
                <a:cs typeface="Arial"/>
              </a:defRPr>
            </a:lvl7pPr>
            <a:lvl8pPr algn="l">
              <a:defRPr sz="1800" b="0">
                <a:solidFill>
                  <a:srgbClr val="63666A"/>
                </a:solidFill>
                <a:latin typeface="Arial"/>
                <a:ea typeface="Arial"/>
                <a:cs typeface="Arial"/>
              </a:defRPr>
            </a:lvl8pPr>
            <a:lvl9pPr algn="l">
              <a:defRPr sz="1800" b="0">
                <a:solidFill>
                  <a:srgbClr val="63666A"/>
                </a:solidFill>
                <a:latin typeface="Arial"/>
                <a:ea typeface="Arial"/>
                <a:cs typeface="Arial"/>
              </a:defRPr>
            </a:lvl9pPr>
          </a:lstStyle>
          <a:p xmlns:a="http://schemas.openxmlformats.org/drawingml/2006/main">
            <a:pPr algn="l">
              <a:defRPr sz="1800" b="0">
                <a:solidFill>
                  <a:srgbClr val="63666A"/>
                </a:solidFill>
                <a:latin typeface="Arial"/>
                <a:ea typeface="Arial"/>
                <a:cs typeface="Arial"/>
              </a:defRPr>
            </a:pPr>
            <a:r>
              <a:rPr sz="1800" b="0">
                <a:solidFill>
                  <a:srgbClr val="63666A"/>
                </a:solidFill>
                <a:latin typeface="Arial"/>
                <a:ea typeface="Arial"/>
                <a:cs typeface="Arial"/>
              </a:rPr>
              <a:t>Forum y Comunicación Social no tienen actividades registradas</a:t>
            </a:r>
          </a:p>
        </p:txBody>
      </p:sp>
      <p:sp>
        <p:nvSpPr>
          <p:cNvPr id="6" name="fuente">
            <a:extLst xmlns:a="http://schemas.openxmlformats.org/drawingml/2006/main">
              <a:ext uri="{FF2B5EF4-FFF2-40B4-BE49-F238E27FC236}">
                <a16:creationId xmlns:a16="http://schemas.microsoft.com/office/drawing/2014/main" id="{544ADFA5-5427-4D87-8544-513093C1C123}"/>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7" name="pagina">
            <a:extLst xmlns:a="http://schemas.openxmlformats.org/drawingml/2006/main">
              <a:ext uri="{FF2B5EF4-FFF2-40B4-BE49-F238E27FC236}">
                <a16:creationId xmlns:a16="http://schemas.microsoft.com/office/drawing/2014/main" id="{E8D33011-CCDD-4C79-B589-2FA9A89BCDA9}"/>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02</a:t>
            </a:r>
          </a:p>
        </p:txBody>
      </p:sp>
      <p:graphicFrame>
        <p:nvGraphicFramePr>
          <p:cNvPr id="8" name="">
            <a:extLst xmlns:a="http://schemas.openxmlformats.org/drawingml/2006/main">
              <a:ext uri="{FF2B5EF4-FFF2-40B4-BE49-F238E27FC236}">
                <a16:creationId xmlns:a16="http://schemas.microsoft.com/office/drawing/2014/main" id="{01EEB942-D5CE-49C1-857F-917B7BBA7907}"/>
              </a:ext>
            </a:extLst>
          </p:cNvPr>
          <p:cNvGraphicFramePr/>
          <p:nvPr/>
        </p:nvGraphicFramePr>
        <p:xfrm>
          <a:off xmlns:a="http://schemas.openxmlformats.org/drawingml/2006/main" x="571500" y="2324100"/>
          <a:ext xmlns:a="http://schemas.openxmlformats.org/drawingml/2006/main" cx="11049000" cy="3476625"/>
        </p:xfrm>
        <a:graphic xmlns:a="http://schemas.openxmlformats.org/drawingml/2006/main">
          <a:graphicData uri="http://schemas.openxmlformats.org/drawingml/2006/table">
            <a:tbl>
              <a:tblPr/>
              <a:tblGrid>
                <a:gridCol w="6953250"/>
                <a:gridCol w="1714500"/>
                <a:gridCol w="2381250"/>
              </a:tblGrid>
              <a:tr h="347663">
                <a:tc>
                  <a:txBody>
                    <a:bodyPr lIns="95250" tIns="95250" rIns="95250" bIns="95250">
                      <a:noAutofit/>
                    </a:bodyPr>
                    <a:lstStyle/>
                    <a:p>
                      <a:pPr algn="l"/>
                      <a:r>
                        <a:rPr sz="1650" b="1">
                          <a:solidFill>
                            <a:srgbClr val="FFFFFF"/>
                          </a:solidFill>
                          <a:latin typeface="Arial"/>
                          <a:ea typeface="Arial"/>
                          <a:cs typeface="Arial"/>
                        </a:rPr>
                        <a:t>Área o categoría</a:t>
                      </a:r>
                    </a:p>
                  </a:txBody>
                  <a:tcPr marL="91440" marR="91440" marT="45720" marB="45720" anchor="ctr">
                    <a:lnL w="5715">
                      <a:solidFill>
                        <a:srgbClr val="D9E2EB"/>
                      </a:solidFill>
                      <a:prstDash val="solid"/>
                    </a:lnL>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650" b="1">
                          <a:solidFill>
                            <a:srgbClr val="FFFFFF"/>
                          </a:solidFill>
                          <a:latin typeface="Arial"/>
                          <a:ea typeface="Arial"/>
                          <a:cs typeface="Arial"/>
                        </a:rPr>
                        <a:t>Actividades</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650" b="1">
                          <a:solidFill>
                            <a:srgbClr val="FFFFFF"/>
                          </a:solidFill>
                          <a:latin typeface="Arial"/>
                          <a:ea typeface="Arial"/>
                          <a:cs typeface="Arial"/>
                        </a:rPr>
                        <a:t>Última captura</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r>
              <a:tr h="347663">
                <a:tc>
                  <a:txBody>
                    <a:bodyPr lIns="95250" tIns="95250" rIns="95250" bIns="95250">
                      <a:noAutofit/>
                    </a:bodyPr>
                    <a:lstStyle/>
                    <a:p>
                      <a:pPr algn="l"/>
                      <a:r>
                        <a:rPr sz="1725" b="0">
                          <a:solidFill>
                            <a:srgbClr val="182A3A"/>
                          </a:solidFill>
                          <a:latin typeface="Arial"/>
                          <a:ea typeface="Arial"/>
                          <a:cs typeface="Arial"/>
                        </a:rPr>
                        <a:t>Museos, Artes Visuales y Exposiciones</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486</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21 oct</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47663">
                <a:tc>
                  <a:txBody>
                    <a:bodyPr lIns="95250" tIns="95250" rIns="95250" bIns="95250">
                      <a:noAutofit/>
                    </a:bodyPr>
                    <a:lstStyle/>
                    <a:p>
                      <a:pPr algn="l"/>
                      <a:r>
                        <a:rPr sz="1725" b="0">
                          <a:solidFill>
                            <a:srgbClr val="182A3A"/>
                          </a:solidFill>
                          <a:latin typeface="Arial"/>
                          <a:ea typeface="Arial"/>
                          <a:cs typeface="Arial"/>
                        </a:rPr>
                        <a:t>Formación e Investigación</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67</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7 oct</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47663">
                <a:tc>
                  <a:txBody>
                    <a:bodyPr lIns="95250" tIns="95250" rIns="95250" bIns="95250">
                      <a:noAutofit/>
                    </a:bodyPr>
                    <a:lstStyle/>
                    <a:p>
                      <a:pPr algn="l"/>
                      <a:r>
                        <a:rPr sz="1725" b="0">
                          <a:solidFill>
                            <a:srgbClr val="182A3A"/>
                          </a:solidFill>
                          <a:latin typeface="Arial"/>
                          <a:ea typeface="Arial"/>
                          <a:cs typeface="Arial"/>
                        </a:rPr>
                        <a:t>Editorial y Publicaciones</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9</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6 oct</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47663">
                <a:tc>
                  <a:txBody>
                    <a:bodyPr lIns="95250" tIns="95250" rIns="95250" bIns="95250">
                      <a:noAutofit/>
                    </a:bodyPr>
                    <a:lstStyle/>
                    <a:p>
                      <a:pPr algn="l"/>
                      <a:r>
                        <a:rPr sz="1725" b="0">
                          <a:solidFill>
                            <a:srgbClr val="182A3A"/>
                          </a:solidFill>
                          <a:latin typeface="Arial"/>
                          <a:ea typeface="Arial"/>
                          <a:cs typeface="Arial"/>
                        </a:rPr>
                        <a:t>Vinculación y Desarrollo Cultural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21 oct</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47663">
                <a:tc>
                  <a:txBody>
                    <a:bodyPr lIns="95250" tIns="95250" rIns="95250" bIns="95250">
                      <a:noAutofit/>
                    </a:bodyPr>
                    <a:lstStyle/>
                    <a:p>
                      <a:pPr algn="l"/>
                      <a:r>
                        <a:rPr sz="1725" b="0">
                          <a:solidFill>
                            <a:srgbClr val="182A3A"/>
                          </a:solidFill>
                          <a:latin typeface="Arial"/>
                          <a:ea typeface="Arial"/>
                          <a:cs typeface="Arial"/>
                        </a:rPr>
                        <a:t>Producción Artística</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7 oct</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47663">
                <a:tc>
                  <a:txBody>
                    <a:bodyPr lIns="95250" tIns="95250" rIns="95250" bIns="95250">
                      <a:noAutofit/>
                    </a:bodyPr>
                    <a:lstStyle/>
                    <a:p>
                      <a:pPr algn="l"/>
                      <a:r>
                        <a:rPr sz="1725" b="0">
                          <a:solidFill>
                            <a:srgbClr val="182A3A"/>
                          </a:solidFill>
                          <a:latin typeface="Arial"/>
                          <a:ea typeface="Arial"/>
                          <a:cs typeface="Arial"/>
                        </a:rPr>
                        <a:t>Patrimonio Cultural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2</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28 ago</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47663">
                <a:tc>
                  <a:txBody>
                    <a:bodyPr lIns="95250" tIns="95250" rIns="95250" bIns="95250">
                      <a:noAutofit/>
                    </a:bodyPr>
                    <a:lstStyle/>
                    <a:p>
                      <a:pPr algn="l"/>
                      <a:r>
                        <a:rPr sz="1725" b="0">
                          <a:solidFill>
                            <a:srgbClr val="182A3A"/>
                          </a:solidFill>
                          <a:latin typeface="Arial"/>
                          <a:ea typeface="Arial"/>
                          <a:cs typeface="Arial"/>
                        </a:rPr>
                        <a:t>Forum</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Sin registro</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47663">
                <a:tc>
                  <a:txBody>
                    <a:bodyPr lIns="95250" tIns="95250" rIns="95250" bIns="95250">
                      <a:noAutofit/>
                    </a:bodyPr>
                    <a:lstStyle/>
                    <a:p>
                      <a:pPr algn="l"/>
                      <a:r>
                        <a:rPr sz="1725" b="0">
                          <a:solidFill>
                            <a:srgbClr val="182A3A"/>
                          </a:solidFill>
                          <a:latin typeface="Arial"/>
                          <a:ea typeface="Arial"/>
                          <a:cs typeface="Arial"/>
                        </a:rPr>
                        <a:t>Comunicación Social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Sin registro</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47663">
                <a:tc>
                  <a:txBody>
                    <a:bodyPr lIns="95250" tIns="95250" rIns="95250" bIns="95250">
                      <a:noAutofit/>
                    </a:bodyPr>
                    <a:lstStyle/>
                    <a:p>
                      <a:pPr algn="l"/>
                      <a:r>
                        <a:rPr sz="1725" b="0">
                          <a:solidFill>
                            <a:srgbClr val="182A3A"/>
                          </a:solidFill>
                          <a:latin typeface="Arial"/>
                          <a:ea typeface="Arial"/>
                          <a:cs typeface="Arial"/>
                        </a:rPr>
                        <a:t>Sin asignar</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4</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7 oct</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bl>
          </a:graphicData>
        </a:graphic>
      </p:graphicFrame>
      <p:sp>
        <p:nvSpPr>
          <p:cNvPr id="9" name="nota">
            <a:extLst xmlns:a="http://schemas.openxmlformats.org/drawingml/2006/main">
              <a:ext uri="{FF2B5EF4-FFF2-40B4-BE49-F238E27FC236}">
                <a16:creationId xmlns:a16="http://schemas.microsoft.com/office/drawing/2014/main" id="{4A28D2CE-D640-4B9D-94DE-E9854E0B58E1}"/>
              </a:ext>
            </a:extLst>
          </p:cNvPr>
          <p:cNvSpPr>
            <a:spLocks xmlns:a="http://schemas.openxmlformats.org/drawingml/2006/main" noGrp="1"/>
          </p:cNvSpPr>
          <p:nvPr/>
        </p:nvSpPr>
        <p:spPr>
          <a:xfrm xmlns:a="http://schemas.openxmlformats.org/drawingml/2006/main">
            <a:off x="571500" y="59626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666A"/>
                </a:solidFill>
                <a:latin typeface="Arial"/>
                <a:ea typeface="Arial"/>
                <a:cs typeface="Arial"/>
              </a:defRPr>
            </a:defPPr>
            <a:lvl1pPr algn="l">
              <a:defRPr sz="1500" b="0">
                <a:solidFill>
                  <a:srgbClr val="63666A"/>
                </a:solidFill>
                <a:latin typeface="Arial"/>
                <a:ea typeface="Arial"/>
                <a:cs typeface="Arial"/>
              </a:defRPr>
            </a:lvl1pPr>
            <a:lvl2pPr algn="l">
              <a:defRPr sz="1500" b="0">
                <a:solidFill>
                  <a:srgbClr val="63666A"/>
                </a:solidFill>
                <a:latin typeface="Arial"/>
                <a:ea typeface="Arial"/>
                <a:cs typeface="Arial"/>
              </a:defRPr>
            </a:lvl2pPr>
            <a:lvl3pPr algn="l">
              <a:defRPr sz="1500" b="0">
                <a:solidFill>
                  <a:srgbClr val="63666A"/>
                </a:solidFill>
                <a:latin typeface="Arial"/>
                <a:ea typeface="Arial"/>
                <a:cs typeface="Arial"/>
              </a:defRPr>
            </a:lvl3pPr>
            <a:lvl4pPr algn="l">
              <a:defRPr sz="1500" b="0">
                <a:solidFill>
                  <a:srgbClr val="63666A"/>
                </a:solidFill>
                <a:latin typeface="Arial"/>
                <a:ea typeface="Arial"/>
                <a:cs typeface="Arial"/>
              </a:defRPr>
            </a:lvl4pPr>
            <a:lvl5pPr algn="l">
              <a:defRPr sz="1500" b="0">
                <a:solidFill>
                  <a:srgbClr val="63666A"/>
                </a:solidFill>
                <a:latin typeface="Arial"/>
                <a:ea typeface="Arial"/>
                <a:cs typeface="Arial"/>
              </a:defRPr>
            </a:lvl5pPr>
            <a:lvl6pPr algn="l">
              <a:defRPr sz="1500" b="0">
                <a:solidFill>
                  <a:srgbClr val="63666A"/>
                </a:solidFill>
                <a:latin typeface="Arial"/>
                <a:ea typeface="Arial"/>
                <a:cs typeface="Arial"/>
              </a:defRPr>
            </a:lvl6pPr>
            <a:lvl7pPr algn="l">
              <a:defRPr sz="1500" b="0">
                <a:solidFill>
                  <a:srgbClr val="63666A"/>
                </a:solidFill>
                <a:latin typeface="Arial"/>
                <a:ea typeface="Arial"/>
                <a:cs typeface="Arial"/>
              </a:defRPr>
            </a:lvl7pPr>
            <a:lvl8pPr algn="l">
              <a:defRPr sz="1500" b="0">
                <a:solidFill>
                  <a:srgbClr val="63666A"/>
                </a:solidFill>
                <a:latin typeface="Arial"/>
                <a:ea typeface="Arial"/>
                <a:cs typeface="Arial"/>
              </a:defRPr>
            </a:lvl8pPr>
            <a:lvl9pPr algn="l">
              <a:defRPr sz="1500" b="0">
                <a:solidFill>
                  <a:srgbClr val="63666A"/>
                </a:solidFill>
                <a:latin typeface="Arial"/>
                <a:ea typeface="Arial"/>
                <a:cs typeface="Arial"/>
              </a:defRPr>
            </a:lvl9pPr>
          </a:lstStyle>
          <a:p xmlns:a="http://schemas.openxmlformats.org/drawingml/2006/main">
            <a:pPr algn="l">
              <a:defRPr sz="1500" b="0">
                <a:solidFill>
                  <a:srgbClr val="63666A"/>
                </a:solidFill>
                <a:latin typeface="Arial"/>
                <a:ea typeface="Arial"/>
                <a:cs typeface="Arial"/>
              </a:defRPr>
            </a:pPr>
            <a:r>
              <a:rPr sz="1500" b="0">
                <a:solidFill>
                  <a:srgbClr val="63666A"/>
                </a:solidFill>
                <a:latin typeface="Arial"/>
                <a:ea typeface="Arial"/>
                <a:cs typeface="Arial"/>
              </a:rPr>
              <a:t>El 7/9 del tablero incluye “Sin asignar”. Cero registros requiere confirmar alcance y obligación de reporte.</a:t>
            </a:r>
          </a:p>
        </p:txBody>
      </p:sp>
    </p:spTree>
    <p:extLst>
      <p:ext uri="{BB962C8B-B14F-4D97-AF65-F5344CB8AC3E}">
        <p14:creationId xmlns:p14="http://schemas.microsoft.com/office/powerpoint/2010/main" val="8297948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D5A64A3-26A5-466A-ABDC-A8EA38360678}"/>
              </a:ext>
            </a:extLst>
          </p:cNvPr>
          <p:cNvPicPr>
            <a:picLocks xmlns:a="http://schemas.openxmlformats.org/drawingml/2006/main" noChangeAspect="1"/>
          </p:cNvPicPr>
          <p:nvPr/>
        </p:nvPicPr>
        <p:blipFill>
          <a:blip xmlns:r="http://schemas.openxmlformats.org/officeDocument/2006/relationships" xmlns:a="http://schemas.openxmlformats.org/drawingml/2006/main" r:embed="Rf1d5de2730484d75"/>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CB348C45-1D16-4896-A573-D543DD865E38}"/>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DC76BE59-C69D-4CAB-8AAB-C65B4011EC5C}"/>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8986B8AF-1DFE-41DB-AEAC-18D90B1469A3}"/>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Pendientes de información por área</a:t>
            </a:r>
          </a:p>
        </p:txBody>
      </p:sp>
      <p:sp>
        <p:nvSpPr>
          <p:cNvPr id="5" name="subtitulo">
            <a:extLst xmlns:a="http://schemas.openxmlformats.org/drawingml/2006/main">
              <a:ext uri="{FF2B5EF4-FFF2-40B4-BE49-F238E27FC236}">
                <a16:creationId xmlns:a16="http://schemas.microsoft.com/office/drawing/2014/main" id="{79FE4588-5E52-4D13-96BD-3658ED23796D}"/>
              </a:ext>
            </a:extLst>
          </p:cNvPr>
          <p:cNvSpPr>
            <a:spLocks xmlns:a="http://schemas.openxmlformats.org/drawingml/2006/main" noGrp="1"/>
          </p:cNvSpPr>
          <p:nvPr/>
        </p:nvSpPr>
        <p:spPr>
          <a:xfrm xmlns:a="http://schemas.openxmlformats.org/drawingml/2006/main">
            <a:off x="571500" y="1790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666A"/>
                </a:solidFill>
                <a:latin typeface="Arial"/>
                <a:ea typeface="Arial"/>
                <a:cs typeface="Arial"/>
              </a:defRPr>
            </a:defPPr>
            <a:lvl1pPr algn="l">
              <a:defRPr sz="1800" b="0">
                <a:solidFill>
                  <a:srgbClr val="63666A"/>
                </a:solidFill>
                <a:latin typeface="Arial"/>
                <a:ea typeface="Arial"/>
                <a:cs typeface="Arial"/>
              </a:defRPr>
            </a:lvl1pPr>
            <a:lvl2pPr algn="l">
              <a:defRPr sz="1800" b="0">
                <a:solidFill>
                  <a:srgbClr val="63666A"/>
                </a:solidFill>
                <a:latin typeface="Arial"/>
                <a:ea typeface="Arial"/>
                <a:cs typeface="Arial"/>
              </a:defRPr>
            </a:lvl2pPr>
            <a:lvl3pPr algn="l">
              <a:defRPr sz="1800" b="0">
                <a:solidFill>
                  <a:srgbClr val="63666A"/>
                </a:solidFill>
                <a:latin typeface="Arial"/>
                <a:ea typeface="Arial"/>
                <a:cs typeface="Arial"/>
              </a:defRPr>
            </a:lvl3pPr>
            <a:lvl4pPr algn="l">
              <a:defRPr sz="1800" b="0">
                <a:solidFill>
                  <a:srgbClr val="63666A"/>
                </a:solidFill>
                <a:latin typeface="Arial"/>
                <a:ea typeface="Arial"/>
                <a:cs typeface="Arial"/>
              </a:defRPr>
            </a:lvl4pPr>
            <a:lvl5pPr algn="l">
              <a:defRPr sz="1800" b="0">
                <a:solidFill>
                  <a:srgbClr val="63666A"/>
                </a:solidFill>
                <a:latin typeface="Arial"/>
                <a:ea typeface="Arial"/>
                <a:cs typeface="Arial"/>
              </a:defRPr>
            </a:lvl5pPr>
            <a:lvl6pPr algn="l">
              <a:defRPr sz="1800" b="0">
                <a:solidFill>
                  <a:srgbClr val="63666A"/>
                </a:solidFill>
                <a:latin typeface="Arial"/>
                <a:ea typeface="Arial"/>
                <a:cs typeface="Arial"/>
              </a:defRPr>
            </a:lvl6pPr>
            <a:lvl7pPr algn="l">
              <a:defRPr sz="1800" b="0">
                <a:solidFill>
                  <a:srgbClr val="63666A"/>
                </a:solidFill>
                <a:latin typeface="Arial"/>
                <a:ea typeface="Arial"/>
                <a:cs typeface="Arial"/>
              </a:defRPr>
            </a:lvl7pPr>
            <a:lvl8pPr algn="l">
              <a:defRPr sz="1800" b="0">
                <a:solidFill>
                  <a:srgbClr val="63666A"/>
                </a:solidFill>
                <a:latin typeface="Arial"/>
                <a:ea typeface="Arial"/>
                <a:cs typeface="Arial"/>
              </a:defRPr>
            </a:lvl8pPr>
            <a:lvl9pPr algn="l">
              <a:defRPr sz="1800" b="0">
                <a:solidFill>
                  <a:srgbClr val="63666A"/>
                </a:solidFill>
                <a:latin typeface="Arial"/>
                <a:ea typeface="Arial"/>
                <a:cs typeface="Arial"/>
              </a:defRPr>
            </a:lvl9pPr>
          </a:lstStyle>
          <a:p xmlns:a="http://schemas.openxmlformats.org/drawingml/2006/main">
            <a:pPr algn="l">
              <a:defRPr sz="1800" b="0">
                <a:solidFill>
                  <a:srgbClr val="63666A"/>
                </a:solidFill>
                <a:latin typeface="Arial"/>
                <a:ea typeface="Arial"/>
                <a:cs typeface="Arial"/>
              </a:defRPr>
            </a:pPr>
            <a:r>
              <a:rPr sz="1800" b="0">
                <a:solidFill>
                  <a:srgbClr val="63666A"/>
                </a:solidFill>
                <a:latin typeface="Arial"/>
                <a:ea typeface="Arial"/>
                <a:cs typeface="Arial"/>
              </a:rPr>
              <a:t>310 actividades sin archivo vinculado en el módulo de evidencias</a:t>
            </a:r>
          </a:p>
        </p:txBody>
      </p:sp>
      <p:sp>
        <p:nvSpPr>
          <p:cNvPr id="6" name="fuente">
            <a:extLst xmlns:a="http://schemas.openxmlformats.org/drawingml/2006/main">
              <a:ext uri="{FF2B5EF4-FFF2-40B4-BE49-F238E27FC236}">
                <a16:creationId xmlns:a16="http://schemas.microsoft.com/office/drawing/2014/main" id="{27157BD9-761A-4180-A96C-A753202F0092}"/>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7" name="pagina">
            <a:extLst xmlns:a="http://schemas.openxmlformats.org/drawingml/2006/main">
              <a:ext uri="{FF2B5EF4-FFF2-40B4-BE49-F238E27FC236}">
                <a16:creationId xmlns:a16="http://schemas.microsoft.com/office/drawing/2014/main" id="{686DE7BA-5BE8-43B8-846F-69BE19BE46E5}"/>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03</a:t>
            </a:r>
          </a:p>
        </p:txBody>
      </p:sp>
      <p:graphicFrame>
        <p:nvGraphicFramePr>
          <p:cNvPr id="8" name="">
            <a:extLst xmlns:a="http://schemas.openxmlformats.org/drawingml/2006/main">
              <a:ext uri="{FF2B5EF4-FFF2-40B4-BE49-F238E27FC236}">
                <a16:creationId xmlns:a16="http://schemas.microsoft.com/office/drawing/2014/main" id="{FC4B0C1B-0D99-48FE-9C9D-BC4098D912B1}"/>
              </a:ext>
            </a:extLst>
          </p:cNvPr>
          <p:cNvGraphicFramePr/>
          <p:nvPr/>
        </p:nvGraphicFramePr>
        <p:xfrm>
          <a:off xmlns:a="http://schemas.openxmlformats.org/drawingml/2006/main" x="571500" y="2314575"/>
          <a:ext xmlns:a="http://schemas.openxmlformats.org/drawingml/2006/main" cx="11049000" cy="3238500"/>
        </p:xfrm>
        <a:graphic xmlns:a="http://schemas.openxmlformats.org/drawingml/2006/main">
          <a:graphicData uri="http://schemas.openxmlformats.org/drawingml/2006/table">
            <a:tbl>
              <a:tblPr/>
              <a:tblGrid>
                <a:gridCol w="3486150"/>
                <a:gridCol w="1219200"/>
                <a:gridCol w="1323975"/>
                <a:gridCol w="1323975"/>
                <a:gridCol w="1323975"/>
                <a:gridCol w="2371725"/>
              </a:tblGrid>
              <a:tr h="359833">
                <a:tc>
                  <a:txBody>
                    <a:bodyPr lIns="95250" tIns="95250" rIns="95250" bIns="95250">
                      <a:noAutofit/>
                    </a:bodyPr>
                    <a:lstStyle/>
                    <a:p>
                      <a:pPr algn="l"/>
                      <a:r>
                        <a:rPr sz="1500" b="1">
                          <a:solidFill>
                            <a:srgbClr val="FFFFFF"/>
                          </a:solidFill>
                          <a:latin typeface="Arial"/>
                          <a:ea typeface="Arial"/>
                          <a:cs typeface="Arial"/>
                        </a:rPr>
                        <a:t>Área</a:t>
                      </a:r>
                    </a:p>
                  </a:txBody>
                  <a:tcPr marL="91440" marR="91440" marT="45720" marB="45720" anchor="ctr">
                    <a:lnL w="5715">
                      <a:solidFill>
                        <a:srgbClr val="D9E2EB"/>
                      </a:solidFill>
                      <a:prstDash val="solid"/>
                    </a:lnL>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500" b="1">
                          <a:solidFill>
                            <a:srgbClr val="FFFFFF"/>
                          </a:solidFill>
                          <a:latin typeface="Arial"/>
                          <a:ea typeface="Arial"/>
                          <a:cs typeface="Arial"/>
                        </a:rPr>
                        <a:t>Registros</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500" b="1">
                          <a:solidFill>
                            <a:srgbClr val="FFFFFF"/>
                          </a:solidFill>
                          <a:latin typeface="Arial"/>
                          <a:ea typeface="Arial"/>
                          <a:cs typeface="Arial"/>
                        </a:rPr>
                        <a:t>Sin</a:t>
                      </a:r>
                    </a:p>
                    <a:p>
                      <a:pPr algn="ctr"/>
                      <a:r>
                        <a:rPr sz="1500" b="1">
                          <a:solidFill>
                            <a:srgbClr val="FFFFFF"/>
                          </a:solidFill>
                          <a:latin typeface="Arial"/>
                          <a:ea typeface="Arial"/>
                          <a:cs typeface="Arial"/>
                        </a:rPr>
                        <a:t>territorio</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500" b="1">
                          <a:solidFill>
                            <a:srgbClr val="FFFFFF"/>
                          </a:solidFill>
                          <a:latin typeface="Arial"/>
                          <a:ea typeface="Arial"/>
                          <a:cs typeface="Arial"/>
                        </a:rPr>
                        <a:t>Sin</a:t>
                      </a:r>
                    </a:p>
                    <a:p>
                      <a:pPr algn="ctr"/>
                      <a:r>
                        <a:rPr sz="1500" b="1">
                          <a:solidFill>
                            <a:srgbClr val="FFFFFF"/>
                          </a:solidFill>
                          <a:latin typeface="Arial"/>
                          <a:ea typeface="Arial"/>
                          <a:cs typeface="Arial"/>
                        </a:rPr>
                        <a:t>población</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500" b="1">
                          <a:solidFill>
                            <a:srgbClr val="FFFFFF"/>
                          </a:solidFill>
                          <a:latin typeface="Arial"/>
                          <a:ea typeface="Arial"/>
                          <a:cs typeface="Arial"/>
                        </a:rPr>
                        <a:t>Sin</a:t>
                      </a:r>
                    </a:p>
                    <a:p>
                      <a:pPr algn="ctr"/>
                      <a:r>
                        <a:rPr sz="1500" b="1">
                          <a:solidFill>
                            <a:srgbClr val="FFFFFF"/>
                          </a:solidFill>
                          <a:latin typeface="Arial"/>
                          <a:ea typeface="Arial"/>
                          <a:cs typeface="Arial"/>
                        </a:rPr>
                        <a:t>evidencia</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500" b="1">
                          <a:solidFill>
                            <a:srgbClr val="FFFFFF"/>
                          </a:solidFill>
                          <a:latin typeface="Arial"/>
                          <a:ea typeface="Arial"/>
                          <a:cs typeface="Arial"/>
                        </a:rPr>
                        <a:t>Diferencias*</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r>
              <a:tr h="359833">
                <a:tc>
                  <a:txBody>
                    <a:bodyPr lIns="95250" tIns="95250" rIns="95250" bIns="95250">
                      <a:noAutofit/>
                    </a:bodyPr>
                    <a:lstStyle/>
                    <a:p>
                      <a:pPr algn="l"/>
                      <a:r>
                        <a:rPr sz="1575" b="0">
                          <a:solidFill>
                            <a:srgbClr val="182A3A"/>
                          </a:solidFill>
                          <a:latin typeface="Arial"/>
                          <a:ea typeface="Arial"/>
                          <a:cs typeface="Arial"/>
                        </a:rPr>
                        <a:t>Museos</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486</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6</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2</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273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8 / 479</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59833">
                <a:tc>
                  <a:txBody>
                    <a:bodyPr lIns="95250" tIns="95250" rIns="95250" bIns="95250">
                      <a:noAutofit/>
                    </a:bodyPr>
                    <a:lstStyle/>
                    <a:p>
                      <a:pPr algn="l"/>
                      <a:r>
                        <a:rPr sz="1575" b="0">
                          <a:solidFill>
                            <a:srgbClr val="182A3A"/>
                          </a:solidFill>
                          <a:latin typeface="Arial"/>
                          <a:ea typeface="Arial"/>
                          <a:cs typeface="Arial"/>
                        </a:rPr>
                        <a:t>Formación e Investigación</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67</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6</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25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52 / 61</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59833">
                <a:tc>
                  <a:txBody>
                    <a:bodyPr lIns="95250" tIns="95250" rIns="95250" bIns="95250">
                      <a:noAutofit/>
                    </a:bodyPr>
                    <a:lstStyle/>
                    <a:p>
                      <a:pPr algn="l"/>
                      <a:r>
                        <a:rPr sz="1575" b="0">
                          <a:solidFill>
                            <a:srgbClr val="182A3A"/>
                          </a:solidFill>
                          <a:latin typeface="Arial"/>
                          <a:ea typeface="Arial"/>
                          <a:cs typeface="Arial"/>
                        </a:rPr>
                        <a:t>Editorial y Publicaciones</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9</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7</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1 / 2</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59833">
                <a:tc>
                  <a:txBody>
                    <a:bodyPr lIns="95250" tIns="95250" rIns="95250" bIns="95250">
                      <a:noAutofit/>
                    </a:bodyPr>
                    <a:lstStyle/>
                    <a:p>
                      <a:pPr algn="l"/>
                      <a:r>
                        <a:rPr sz="1575" b="0">
                          <a:solidFill>
                            <a:srgbClr val="182A3A"/>
                          </a:solidFill>
                          <a:latin typeface="Arial"/>
                          <a:ea typeface="Arial"/>
                          <a:cs typeface="Arial"/>
                        </a:rPr>
                        <a:t>Vinculación y Desarrollo</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No comparable</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59833">
                <a:tc>
                  <a:txBody>
                    <a:bodyPr lIns="95250" tIns="95250" rIns="95250" bIns="95250">
                      <a:noAutofit/>
                    </a:bodyPr>
                    <a:lstStyle/>
                    <a:p>
                      <a:pPr algn="l"/>
                      <a:r>
                        <a:rPr sz="1575" b="0">
                          <a:solidFill>
                            <a:srgbClr val="182A3A"/>
                          </a:solidFill>
                          <a:latin typeface="Arial"/>
                          <a:ea typeface="Arial"/>
                          <a:cs typeface="Arial"/>
                        </a:rPr>
                        <a:t>Producción Artística</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2</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No comparable</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59833">
                <a:tc>
                  <a:txBody>
                    <a:bodyPr lIns="95250" tIns="95250" rIns="95250" bIns="95250">
                      <a:noAutofit/>
                    </a:bodyPr>
                    <a:lstStyle/>
                    <a:p>
                      <a:pPr algn="l"/>
                      <a:r>
                        <a:rPr sz="1575" b="0">
                          <a:solidFill>
                            <a:srgbClr val="182A3A"/>
                          </a:solidFill>
                          <a:latin typeface="Arial"/>
                          <a:ea typeface="Arial"/>
                          <a:cs typeface="Arial"/>
                        </a:rPr>
                        <a:t>Patrimonio Cultural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2</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 / 1</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59833">
                <a:tc>
                  <a:txBody>
                    <a:bodyPr lIns="95250" tIns="95250" rIns="95250" bIns="95250">
                      <a:noAutofit/>
                    </a:bodyPr>
                    <a:lstStyle/>
                    <a:p>
                      <a:pPr algn="l"/>
                      <a:r>
                        <a:rPr sz="1575" b="0">
                          <a:solidFill>
                            <a:srgbClr val="182A3A"/>
                          </a:solidFill>
                          <a:latin typeface="Arial"/>
                          <a:ea typeface="Arial"/>
                          <a:cs typeface="Arial"/>
                        </a:rPr>
                        <a:t>Sin asignar</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4</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3 / 3</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59833">
                <a:tc>
                  <a:txBody>
                    <a:bodyPr lIns="95250" tIns="95250" rIns="95250" bIns="95250">
                      <a:noAutofit/>
                    </a:bodyPr>
                    <a:lstStyle/>
                    <a:p>
                      <a:pPr algn="l"/>
                      <a:r>
                        <a:rPr sz="1575" b="0">
                          <a:solidFill>
                            <a:srgbClr val="182A3A"/>
                          </a:solidFill>
                          <a:latin typeface="Arial"/>
                          <a:ea typeface="Arial"/>
                          <a:cs typeface="Arial"/>
                        </a:rPr>
                        <a:t>Total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576</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21</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310</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65 / 546</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bl>
          </a:graphicData>
        </a:graphic>
      </p:graphicFrame>
      <p:sp>
        <p:nvSpPr>
          <p:cNvPr id="9" name="metodo">
            <a:extLst xmlns:a="http://schemas.openxmlformats.org/drawingml/2006/main">
              <a:ext uri="{FF2B5EF4-FFF2-40B4-BE49-F238E27FC236}">
                <a16:creationId xmlns:a16="http://schemas.microsoft.com/office/drawing/2014/main" id="{64167A37-3BFC-48EC-831C-C6164E5983A3}"/>
              </a:ext>
            </a:extLst>
          </p:cNvPr>
          <p:cNvSpPr>
            <a:spLocks xmlns:a="http://schemas.openxmlformats.org/drawingml/2006/main" noGrp="1"/>
          </p:cNvSpPr>
          <p:nvPr/>
        </p:nvSpPr>
        <p:spPr>
          <a:xfrm xmlns:a="http://schemas.openxmlformats.org/drawingml/2006/main">
            <a:off x="571500" y="585787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3666A"/>
                </a:solidFill>
                <a:latin typeface="Arial"/>
                <a:ea typeface="Arial"/>
                <a:cs typeface="Arial"/>
              </a:defRPr>
            </a:defPPr>
            <a:lvl1pPr algn="l">
              <a:defRPr sz="1350" b="0">
                <a:solidFill>
                  <a:srgbClr val="63666A"/>
                </a:solidFill>
                <a:latin typeface="Arial"/>
                <a:ea typeface="Arial"/>
                <a:cs typeface="Arial"/>
              </a:defRPr>
            </a:lvl1pPr>
            <a:lvl2pPr algn="l">
              <a:defRPr sz="1350" b="0">
                <a:solidFill>
                  <a:srgbClr val="63666A"/>
                </a:solidFill>
                <a:latin typeface="Arial"/>
                <a:ea typeface="Arial"/>
                <a:cs typeface="Arial"/>
              </a:defRPr>
            </a:lvl2pPr>
            <a:lvl3pPr algn="l">
              <a:defRPr sz="1350" b="0">
                <a:solidFill>
                  <a:srgbClr val="63666A"/>
                </a:solidFill>
                <a:latin typeface="Arial"/>
                <a:ea typeface="Arial"/>
                <a:cs typeface="Arial"/>
              </a:defRPr>
            </a:lvl3pPr>
            <a:lvl4pPr algn="l">
              <a:defRPr sz="1350" b="0">
                <a:solidFill>
                  <a:srgbClr val="63666A"/>
                </a:solidFill>
                <a:latin typeface="Arial"/>
                <a:ea typeface="Arial"/>
                <a:cs typeface="Arial"/>
              </a:defRPr>
            </a:lvl4pPr>
            <a:lvl5pPr algn="l">
              <a:defRPr sz="1350" b="0">
                <a:solidFill>
                  <a:srgbClr val="63666A"/>
                </a:solidFill>
                <a:latin typeface="Arial"/>
                <a:ea typeface="Arial"/>
                <a:cs typeface="Arial"/>
              </a:defRPr>
            </a:lvl5pPr>
            <a:lvl6pPr algn="l">
              <a:defRPr sz="1350" b="0">
                <a:solidFill>
                  <a:srgbClr val="63666A"/>
                </a:solidFill>
                <a:latin typeface="Arial"/>
                <a:ea typeface="Arial"/>
                <a:cs typeface="Arial"/>
              </a:defRPr>
            </a:lvl6pPr>
            <a:lvl7pPr algn="l">
              <a:defRPr sz="1350" b="0">
                <a:solidFill>
                  <a:srgbClr val="63666A"/>
                </a:solidFill>
                <a:latin typeface="Arial"/>
                <a:ea typeface="Arial"/>
                <a:cs typeface="Arial"/>
              </a:defRPr>
            </a:lvl7pPr>
            <a:lvl8pPr algn="l">
              <a:defRPr sz="1350" b="0">
                <a:solidFill>
                  <a:srgbClr val="63666A"/>
                </a:solidFill>
                <a:latin typeface="Arial"/>
                <a:ea typeface="Arial"/>
                <a:cs typeface="Arial"/>
              </a:defRPr>
            </a:lvl8pPr>
            <a:lvl9pPr algn="l">
              <a:defRPr sz="1350" b="0">
                <a:solidFill>
                  <a:srgbClr val="63666A"/>
                </a:solidFill>
                <a:latin typeface="Arial"/>
                <a:ea typeface="Arial"/>
                <a:cs typeface="Arial"/>
              </a:defRPr>
            </a:lvl9pPr>
          </a:lstStyle>
          <a:p xmlns:a="http://schemas.openxmlformats.org/drawingml/2006/main">
            <a:pPr algn="l">
              <a:defRPr sz="1350" b="0">
                <a:solidFill>
                  <a:srgbClr val="63666A"/>
                </a:solidFill>
                <a:latin typeface="Arial"/>
                <a:ea typeface="Arial"/>
                <a:cs typeface="Arial"/>
              </a:defRPr>
            </a:pPr>
            <a:r>
              <a:rPr sz="1350" b="0">
                <a:solidFill>
                  <a:srgbClr val="63666A"/>
                </a:solidFill>
                <a:latin typeface="Arial"/>
                <a:ea typeface="Arial"/>
                <a:cs typeface="Arial"/>
              </a:rPr>
              <a:t>* Actividades con cifras distintas / actividades con ambas fuentes. Los pendientes se superponen.</a:t>
            </a:r>
          </a:p>
        </p:txBody>
      </p:sp>
      <p:sp>
        <p:nvSpPr>
          <p:cNvPr id="10" name="limite">
            <a:extLst xmlns:a="http://schemas.openxmlformats.org/drawingml/2006/main">
              <a:ext uri="{FF2B5EF4-FFF2-40B4-BE49-F238E27FC236}">
                <a16:creationId xmlns:a16="http://schemas.microsoft.com/office/drawing/2014/main" id="{DA0E16DA-74A5-4762-AE6F-FA3C71377137}"/>
              </a:ext>
            </a:extLst>
          </p:cNvPr>
          <p:cNvSpPr>
            <a:spLocks xmlns:a="http://schemas.openxmlformats.org/drawingml/2006/main" noGrp="1"/>
          </p:cNvSpPr>
          <p:nvPr/>
        </p:nvSpPr>
        <p:spPr>
          <a:xfrm xmlns:a="http://schemas.openxmlformats.org/drawingml/2006/main">
            <a:off x="571500" y="61531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3666A"/>
                </a:solidFill>
                <a:latin typeface="Arial"/>
                <a:ea typeface="Arial"/>
                <a:cs typeface="Arial"/>
              </a:defRPr>
            </a:defPPr>
            <a:lvl1pPr algn="l">
              <a:defRPr sz="1350" b="0">
                <a:solidFill>
                  <a:srgbClr val="63666A"/>
                </a:solidFill>
                <a:latin typeface="Arial"/>
                <a:ea typeface="Arial"/>
                <a:cs typeface="Arial"/>
              </a:defRPr>
            </a:lvl1pPr>
            <a:lvl2pPr algn="l">
              <a:defRPr sz="1350" b="0">
                <a:solidFill>
                  <a:srgbClr val="63666A"/>
                </a:solidFill>
                <a:latin typeface="Arial"/>
                <a:ea typeface="Arial"/>
                <a:cs typeface="Arial"/>
              </a:defRPr>
            </a:lvl2pPr>
            <a:lvl3pPr algn="l">
              <a:defRPr sz="1350" b="0">
                <a:solidFill>
                  <a:srgbClr val="63666A"/>
                </a:solidFill>
                <a:latin typeface="Arial"/>
                <a:ea typeface="Arial"/>
                <a:cs typeface="Arial"/>
              </a:defRPr>
            </a:lvl3pPr>
            <a:lvl4pPr algn="l">
              <a:defRPr sz="1350" b="0">
                <a:solidFill>
                  <a:srgbClr val="63666A"/>
                </a:solidFill>
                <a:latin typeface="Arial"/>
                <a:ea typeface="Arial"/>
                <a:cs typeface="Arial"/>
              </a:defRPr>
            </a:lvl4pPr>
            <a:lvl5pPr algn="l">
              <a:defRPr sz="1350" b="0">
                <a:solidFill>
                  <a:srgbClr val="63666A"/>
                </a:solidFill>
                <a:latin typeface="Arial"/>
                <a:ea typeface="Arial"/>
                <a:cs typeface="Arial"/>
              </a:defRPr>
            </a:lvl5pPr>
            <a:lvl6pPr algn="l">
              <a:defRPr sz="1350" b="0">
                <a:solidFill>
                  <a:srgbClr val="63666A"/>
                </a:solidFill>
                <a:latin typeface="Arial"/>
                <a:ea typeface="Arial"/>
                <a:cs typeface="Arial"/>
              </a:defRPr>
            </a:lvl6pPr>
            <a:lvl7pPr algn="l">
              <a:defRPr sz="1350" b="0">
                <a:solidFill>
                  <a:srgbClr val="63666A"/>
                </a:solidFill>
                <a:latin typeface="Arial"/>
                <a:ea typeface="Arial"/>
                <a:cs typeface="Arial"/>
              </a:defRPr>
            </a:lvl7pPr>
            <a:lvl8pPr algn="l">
              <a:defRPr sz="1350" b="0">
                <a:solidFill>
                  <a:srgbClr val="63666A"/>
                </a:solidFill>
                <a:latin typeface="Arial"/>
                <a:ea typeface="Arial"/>
                <a:cs typeface="Arial"/>
              </a:defRPr>
            </a:lvl8pPr>
            <a:lvl9pPr algn="l">
              <a:defRPr sz="1350" b="0">
                <a:solidFill>
                  <a:srgbClr val="63666A"/>
                </a:solidFill>
                <a:latin typeface="Arial"/>
                <a:ea typeface="Arial"/>
                <a:cs typeface="Arial"/>
              </a:defRPr>
            </a:lvl9pPr>
          </a:lstStyle>
          <a:p xmlns:a="http://schemas.openxmlformats.org/drawingml/2006/main">
            <a:pPr algn="l">
              <a:defRPr sz="1350" b="0">
                <a:solidFill>
                  <a:srgbClr val="63666A"/>
                </a:solidFill>
                <a:latin typeface="Arial"/>
                <a:ea typeface="Arial"/>
                <a:cs typeface="Arial"/>
              </a:defRPr>
            </a:pPr>
            <a:r>
              <a:rPr sz="1350" b="0">
                <a:solidFill>
                  <a:srgbClr val="63666A"/>
                </a:solidFill>
                <a:latin typeface="Arial"/>
                <a:ea typeface="Arial"/>
                <a:cs typeface="Arial"/>
              </a:rPr>
              <a:t>Archivo vinculado no equivale a evidencia validada. Las diferencias requieren aclaración del equipo.</a:t>
            </a:r>
          </a:p>
        </p:txBody>
      </p:sp>
    </p:spTree>
    <p:extLst>
      <p:ext uri="{BB962C8B-B14F-4D97-AF65-F5344CB8AC3E}">
        <p14:creationId xmlns:p14="http://schemas.microsoft.com/office/powerpoint/2010/main" val="4498682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68C97A8-E682-4245-A538-C292127C2070}"/>
              </a:ext>
            </a:extLst>
          </p:cNvPr>
          <p:cNvPicPr>
            <a:picLocks xmlns:a="http://schemas.openxmlformats.org/drawingml/2006/main" noChangeAspect="1"/>
          </p:cNvPicPr>
          <p:nvPr/>
        </p:nvPicPr>
        <p:blipFill>
          <a:blip xmlns:r="http://schemas.openxmlformats.org/officeDocument/2006/relationships" xmlns:a="http://schemas.openxmlformats.org/drawingml/2006/main" r:embed="R1397ffbcaaaf4ec2"/>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73AF8936-4D19-4D19-B50B-5397A894ADF9}"/>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1B1F56FB-9608-41F9-9337-A18B71757E16}"/>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2E065F55-469C-4C83-9251-89D18E47EA93}"/>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Propuesta para las primeras dos reuniones</a:t>
            </a:r>
          </a:p>
        </p:txBody>
      </p:sp>
      <p:sp>
        <p:nvSpPr>
          <p:cNvPr id="5" name="subtitulo">
            <a:extLst xmlns:a="http://schemas.openxmlformats.org/drawingml/2006/main">
              <a:ext uri="{FF2B5EF4-FFF2-40B4-BE49-F238E27FC236}">
                <a16:creationId xmlns:a16="http://schemas.microsoft.com/office/drawing/2014/main" id="{9D0E1E22-D339-4CF2-82BA-268D2C1E1182}"/>
              </a:ext>
            </a:extLst>
          </p:cNvPr>
          <p:cNvSpPr>
            <a:spLocks xmlns:a="http://schemas.openxmlformats.org/drawingml/2006/main" noGrp="1"/>
          </p:cNvSpPr>
          <p:nvPr/>
        </p:nvSpPr>
        <p:spPr>
          <a:xfrm xmlns:a="http://schemas.openxmlformats.org/drawingml/2006/main">
            <a:off x="571500" y="1790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666A"/>
                </a:solidFill>
                <a:latin typeface="Arial"/>
                <a:ea typeface="Arial"/>
                <a:cs typeface="Arial"/>
              </a:defRPr>
            </a:defPPr>
            <a:lvl1pPr algn="l">
              <a:defRPr sz="1800" b="0">
                <a:solidFill>
                  <a:srgbClr val="63666A"/>
                </a:solidFill>
                <a:latin typeface="Arial"/>
                <a:ea typeface="Arial"/>
                <a:cs typeface="Arial"/>
              </a:defRPr>
            </a:lvl1pPr>
            <a:lvl2pPr algn="l">
              <a:defRPr sz="1800" b="0">
                <a:solidFill>
                  <a:srgbClr val="63666A"/>
                </a:solidFill>
                <a:latin typeface="Arial"/>
                <a:ea typeface="Arial"/>
                <a:cs typeface="Arial"/>
              </a:defRPr>
            </a:lvl2pPr>
            <a:lvl3pPr algn="l">
              <a:defRPr sz="1800" b="0">
                <a:solidFill>
                  <a:srgbClr val="63666A"/>
                </a:solidFill>
                <a:latin typeface="Arial"/>
                <a:ea typeface="Arial"/>
                <a:cs typeface="Arial"/>
              </a:defRPr>
            </a:lvl3pPr>
            <a:lvl4pPr algn="l">
              <a:defRPr sz="1800" b="0">
                <a:solidFill>
                  <a:srgbClr val="63666A"/>
                </a:solidFill>
                <a:latin typeface="Arial"/>
                <a:ea typeface="Arial"/>
                <a:cs typeface="Arial"/>
              </a:defRPr>
            </a:lvl4pPr>
            <a:lvl5pPr algn="l">
              <a:defRPr sz="1800" b="0">
                <a:solidFill>
                  <a:srgbClr val="63666A"/>
                </a:solidFill>
                <a:latin typeface="Arial"/>
                <a:ea typeface="Arial"/>
                <a:cs typeface="Arial"/>
              </a:defRPr>
            </a:lvl5pPr>
            <a:lvl6pPr algn="l">
              <a:defRPr sz="1800" b="0">
                <a:solidFill>
                  <a:srgbClr val="63666A"/>
                </a:solidFill>
                <a:latin typeface="Arial"/>
                <a:ea typeface="Arial"/>
                <a:cs typeface="Arial"/>
              </a:defRPr>
            </a:lvl6pPr>
            <a:lvl7pPr algn="l">
              <a:defRPr sz="1800" b="0">
                <a:solidFill>
                  <a:srgbClr val="63666A"/>
                </a:solidFill>
                <a:latin typeface="Arial"/>
                <a:ea typeface="Arial"/>
                <a:cs typeface="Arial"/>
              </a:defRPr>
            </a:lvl7pPr>
            <a:lvl8pPr algn="l">
              <a:defRPr sz="1800" b="0">
                <a:solidFill>
                  <a:srgbClr val="63666A"/>
                </a:solidFill>
                <a:latin typeface="Arial"/>
                <a:ea typeface="Arial"/>
                <a:cs typeface="Arial"/>
              </a:defRPr>
            </a:lvl8pPr>
            <a:lvl9pPr algn="l">
              <a:defRPr sz="1800" b="0">
                <a:solidFill>
                  <a:srgbClr val="63666A"/>
                </a:solidFill>
                <a:latin typeface="Arial"/>
                <a:ea typeface="Arial"/>
                <a:cs typeface="Arial"/>
              </a:defRPr>
            </a:lvl9pPr>
          </a:lstStyle>
          <a:p xmlns:a="http://schemas.openxmlformats.org/drawingml/2006/main">
            <a:pPr algn="l">
              <a:defRPr sz="1800" b="0">
                <a:solidFill>
                  <a:srgbClr val="63666A"/>
                </a:solidFill>
                <a:latin typeface="Arial"/>
                <a:ea typeface="Arial"/>
                <a:cs typeface="Arial"/>
              </a:defRPr>
            </a:pPr>
            <a:r>
              <a:rPr sz="1800" b="0">
                <a:solidFill>
                  <a:srgbClr val="63666A"/>
                </a:solidFill>
                <a:latin typeface="Arial"/>
                <a:ea typeface="Arial"/>
                <a:cs typeface="Arial"/>
              </a:rPr>
              <a:t>Selección por volumen de pendientes y frecuencia de diferencias</a:t>
            </a:r>
          </a:p>
        </p:txBody>
      </p:sp>
      <p:sp>
        <p:nvSpPr>
          <p:cNvPr id="6" name="fuente">
            <a:extLst xmlns:a="http://schemas.openxmlformats.org/drawingml/2006/main">
              <a:ext uri="{FF2B5EF4-FFF2-40B4-BE49-F238E27FC236}">
                <a16:creationId xmlns:a16="http://schemas.microsoft.com/office/drawing/2014/main" id="{E3621034-8299-4A83-8B12-66DB72F71FA9}"/>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7" name="pagina">
            <a:extLst xmlns:a="http://schemas.openxmlformats.org/drawingml/2006/main">
              <a:ext uri="{FF2B5EF4-FFF2-40B4-BE49-F238E27FC236}">
                <a16:creationId xmlns:a16="http://schemas.microsoft.com/office/drawing/2014/main" id="{CB3B0C50-05E6-4A9B-8B96-DE0209DAD946}"/>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04</a:t>
            </a:r>
          </a:p>
        </p:txBody>
      </p:sp>
      <p:sp>
        <p:nvSpPr>
          <p:cNvPr id="8" name="museos-titulo">
            <a:extLst xmlns:a="http://schemas.openxmlformats.org/drawingml/2006/main">
              <a:ext uri="{FF2B5EF4-FFF2-40B4-BE49-F238E27FC236}">
                <a16:creationId xmlns:a16="http://schemas.microsoft.com/office/drawing/2014/main" id="{A8A4BDC5-AAA2-4120-9551-2AFC5CB28579}"/>
              </a:ext>
            </a:extLst>
          </p:cNvPr>
          <p:cNvSpPr>
            <a:spLocks xmlns:a="http://schemas.openxmlformats.org/drawingml/2006/main" noGrp="1"/>
          </p:cNvSpPr>
          <p:nvPr/>
        </p:nvSpPr>
        <p:spPr>
          <a:xfrm xmlns:a="http://schemas.openxmlformats.org/drawingml/2006/main">
            <a:off x="571500" y="242887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4B87"/>
                </a:solidFill>
                <a:latin typeface="Arial"/>
                <a:ea typeface="Arial"/>
                <a:cs typeface="Arial"/>
              </a:defRPr>
            </a:defPPr>
            <a:lvl1pPr algn="l">
              <a:defRPr sz="2400" b="1">
                <a:solidFill>
                  <a:srgbClr val="004B87"/>
                </a:solidFill>
                <a:latin typeface="Arial"/>
                <a:ea typeface="Arial"/>
                <a:cs typeface="Arial"/>
              </a:defRPr>
            </a:lvl1pPr>
            <a:lvl2pPr algn="l">
              <a:defRPr sz="2400" b="1">
                <a:solidFill>
                  <a:srgbClr val="004B87"/>
                </a:solidFill>
                <a:latin typeface="Arial"/>
                <a:ea typeface="Arial"/>
                <a:cs typeface="Arial"/>
              </a:defRPr>
            </a:lvl2pPr>
            <a:lvl3pPr algn="l">
              <a:defRPr sz="2400" b="1">
                <a:solidFill>
                  <a:srgbClr val="004B87"/>
                </a:solidFill>
                <a:latin typeface="Arial"/>
                <a:ea typeface="Arial"/>
                <a:cs typeface="Arial"/>
              </a:defRPr>
            </a:lvl3pPr>
            <a:lvl4pPr algn="l">
              <a:defRPr sz="2400" b="1">
                <a:solidFill>
                  <a:srgbClr val="004B87"/>
                </a:solidFill>
                <a:latin typeface="Arial"/>
                <a:ea typeface="Arial"/>
                <a:cs typeface="Arial"/>
              </a:defRPr>
            </a:lvl4pPr>
            <a:lvl5pPr algn="l">
              <a:defRPr sz="2400" b="1">
                <a:solidFill>
                  <a:srgbClr val="004B87"/>
                </a:solidFill>
                <a:latin typeface="Arial"/>
                <a:ea typeface="Arial"/>
                <a:cs typeface="Arial"/>
              </a:defRPr>
            </a:lvl5pPr>
            <a:lvl6pPr algn="l">
              <a:defRPr sz="2400" b="1">
                <a:solidFill>
                  <a:srgbClr val="004B87"/>
                </a:solidFill>
                <a:latin typeface="Arial"/>
                <a:ea typeface="Arial"/>
                <a:cs typeface="Arial"/>
              </a:defRPr>
            </a:lvl6pPr>
            <a:lvl7pPr algn="l">
              <a:defRPr sz="2400" b="1">
                <a:solidFill>
                  <a:srgbClr val="004B87"/>
                </a:solidFill>
                <a:latin typeface="Arial"/>
                <a:ea typeface="Arial"/>
                <a:cs typeface="Arial"/>
              </a:defRPr>
            </a:lvl7pPr>
            <a:lvl8pPr algn="l">
              <a:defRPr sz="2400" b="1">
                <a:solidFill>
                  <a:srgbClr val="004B87"/>
                </a:solidFill>
                <a:latin typeface="Arial"/>
                <a:ea typeface="Arial"/>
                <a:cs typeface="Arial"/>
              </a:defRPr>
            </a:lvl8pPr>
            <a:lvl9pPr algn="l">
              <a:defRPr sz="2400" b="1">
                <a:solidFill>
                  <a:srgbClr val="004B87"/>
                </a:solidFill>
                <a:latin typeface="Arial"/>
                <a:ea typeface="Arial"/>
                <a:cs typeface="Arial"/>
              </a:defRPr>
            </a:lvl9pPr>
          </a:lstStyle>
          <a:p xmlns:a="http://schemas.openxmlformats.org/drawingml/2006/main">
            <a:pPr algn="l">
              <a:defRPr sz="2400" b="1">
                <a:solidFill>
                  <a:srgbClr val="004B87"/>
                </a:solidFill>
                <a:latin typeface="Arial"/>
                <a:ea typeface="Arial"/>
                <a:cs typeface="Arial"/>
              </a:defRPr>
            </a:pPr>
            <a:r>
              <a:rPr sz="2400" b="1">
                <a:solidFill>
                  <a:srgbClr val="004B87"/>
                </a:solidFill>
                <a:latin typeface="Arial"/>
                <a:ea typeface="Arial"/>
                <a:cs typeface="Arial"/>
              </a:rPr>
              <a:t>01  Museos, Artes Visuales y Exposiciones</a:t>
            </a:r>
          </a:p>
        </p:txBody>
      </p:sp>
      <p:sp>
        <p:nvSpPr>
          <p:cNvPr id="9" name="museos-dato">
            <a:extLst xmlns:a="http://schemas.openxmlformats.org/drawingml/2006/main">
              <a:ext uri="{FF2B5EF4-FFF2-40B4-BE49-F238E27FC236}">
                <a16:creationId xmlns:a16="http://schemas.microsoft.com/office/drawing/2014/main" id="{801FF217-4732-41AC-93AC-A33503513BE7}"/>
              </a:ext>
            </a:extLst>
          </p:cNvPr>
          <p:cNvSpPr>
            <a:spLocks xmlns:a="http://schemas.openxmlformats.org/drawingml/2006/main" noGrp="1"/>
          </p:cNvSpPr>
          <p:nvPr/>
        </p:nvSpPr>
        <p:spPr>
          <a:xfrm xmlns:a="http://schemas.openxmlformats.org/drawingml/2006/main">
            <a:off x="571500" y="29718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A3A"/>
                </a:solidFill>
                <a:latin typeface="Arial"/>
                <a:ea typeface="Arial"/>
                <a:cs typeface="Arial"/>
              </a:defRPr>
            </a:defPPr>
            <a:lvl1pPr algn="l">
              <a:defRPr sz="2175" b="1">
                <a:solidFill>
                  <a:srgbClr val="182A3A"/>
                </a:solidFill>
                <a:latin typeface="Arial"/>
                <a:ea typeface="Arial"/>
                <a:cs typeface="Arial"/>
              </a:defRPr>
            </a:lvl1pPr>
            <a:lvl2pPr algn="l">
              <a:defRPr sz="2175" b="1">
                <a:solidFill>
                  <a:srgbClr val="182A3A"/>
                </a:solidFill>
                <a:latin typeface="Arial"/>
                <a:ea typeface="Arial"/>
                <a:cs typeface="Arial"/>
              </a:defRPr>
            </a:lvl2pPr>
            <a:lvl3pPr algn="l">
              <a:defRPr sz="2175" b="1">
                <a:solidFill>
                  <a:srgbClr val="182A3A"/>
                </a:solidFill>
                <a:latin typeface="Arial"/>
                <a:ea typeface="Arial"/>
                <a:cs typeface="Arial"/>
              </a:defRPr>
            </a:lvl3pPr>
            <a:lvl4pPr algn="l">
              <a:defRPr sz="2175" b="1">
                <a:solidFill>
                  <a:srgbClr val="182A3A"/>
                </a:solidFill>
                <a:latin typeface="Arial"/>
                <a:ea typeface="Arial"/>
                <a:cs typeface="Arial"/>
              </a:defRPr>
            </a:lvl4pPr>
            <a:lvl5pPr algn="l">
              <a:defRPr sz="2175" b="1">
                <a:solidFill>
                  <a:srgbClr val="182A3A"/>
                </a:solidFill>
                <a:latin typeface="Arial"/>
                <a:ea typeface="Arial"/>
                <a:cs typeface="Arial"/>
              </a:defRPr>
            </a:lvl5pPr>
            <a:lvl6pPr algn="l">
              <a:defRPr sz="2175" b="1">
                <a:solidFill>
                  <a:srgbClr val="182A3A"/>
                </a:solidFill>
                <a:latin typeface="Arial"/>
                <a:ea typeface="Arial"/>
                <a:cs typeface="Arial"/>
              </a:defRPr>
            </a:lvl6pPr>
            <a:lvl7pPr algn="l">
              <a:defRPr sz="2175" b="1">
                <a:solidFill>
                  <a:srgbClr val="182A3A"/>
                </a:solidFill>
                <a:latin typeface="Arial"/>
                <a:ea typeface="Arial"/>
                <a:cs typeface="Arial"/>
              </a:defRPr>
            </a:lvl7pPr>
            <a:lvl8pPr algn="l">
              <a:defRPr sz="2175" b="1">
                <a:solidFill>
                  <a:srgbClr val="182A3A"/>
                </a:solidFill>
                <a:latin typeface="Arial"/>
                <a:ea typeface="Arial"/>
                <a:cs typeface="Arial"/>
              </a:defRPr>
            </a:lvl8pPr>
            <a:lvl9pPr algn="l">
              <a:defRPr sz="2175" b="1">
                <a:solidFill>
                  <a:srgbClr val="182A3A"/>
                </a:solidFill>
                <a:latin typeface="Arial"/>
                <a:ea typeface="Arial"/>
                <a:cs typeface="Arial"/>
              </a:defRPr>
            </a:lvl9pPr>
          </a:lstStyle>
          <a:p xmlns:a="http://schemas.openxmlformats.org/drawingml/2006/main">
            <a:pPr algn="l">
              <a:defRPr sz="2175" b="1">
                <a:solidFill>
                  <a:srgbClr val="182A3A"/>
                </a:solidFill>
                <a:latin typeface="Arial"/>
                <a:ea typeface="Arial"/>
                <a:cs typeface="Arial"/>
              </a:defRPr>
            </a:pPr>
            <a:r>
              <a:rPr sz="2175" b="1">
                <a:solidFill>
                  <a:srgbClr val="182A3A"/>
                </a:solidFill>
                <a:latin typeface="Arial"/>
                <a:ea typeface="Arial"/>
                <a:cs typeface="Arial"/>
              </a:rPr>
              <a:t>273 de 486 actividades sin evidencia vinculada (56.2%)</a:t>
            </a:r>
          </a:p>
        </p:txBody>
      </p:sp>
      <p:sp>
        <p:nvSpPr>
          <p:cNvPr id="10" name="museos-objetivo">
            <a:extLst xmlns:a="http://schemas.openxmlformats.org/drawingml/2006/main">
              <a:ext uri="{FF2B5EF4-FFF2-40B4-BE49-F238E27FC236}">
                <a16:creationId xmlns:a16="http://schemas.microsoft.com/office/drawing/2014/main" id="{98479BF2-A1E9-445A-AFDC-306E6A863719}"/>
              </a:ext>
            </a:extLst>
          </p:cNvPr>
          <p:cNvSpPr>
            <a:spLocks xmlns:a="http://schemas.openxmlformats.org/drawingml/2006/main" noGrp="1"/>
          </p:cNvSpPr>
          <p:nvPr/>
        </p:nvSpPr>
        <p:spPr>
          <a:xfrm xmlns:a="http://schemas.openxmlformats.org/drawingml/2006/main">
            <a:off x="571500" y="34290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3666A"/>
                </a:solidFill>
                <a:latin typeface="Arial"/>
                <a:ea typeface="Arial"/>
                <a:cs typeface="Arial"/>
              </a:defRPr>
            </a:defPPr>
            <a:lvl1pPr algn="l">
              <a:defRPr sz="1875" b="0">
                <a:solidFill>
                  <a:srgbClr val="63666A"/>
                </a:solidFill>
                <a:latin typeface="Arial"/>
                <a:ea typeface="Arial"/>
                <a:cs typeface="Arial"/>
              </a:defRPr>
            </a:lvl1pPr>
            <a:lvl2pPr algn="l">
              <a:defRPr sz="1875" b="0">
                <a:solidFill>
                  <a:srgbClr val="63666A"/>
                </a:solidFill>
                <a:latin typeface="Arial"/>
                <a:ea typeface="Arial"/>
                <a:cs typeface="Arial"/>
              </a:defRPr>
            </a:lvl2pPr>
            <a:lvl3pPr algn="l">
              <a:defRPr sz="1875" b="0">
                <a:solidFill>
                  <a:srgbClr val="63666A"/>
                </a:solidFill>
                <a:latin typeface="Arial"/>
                <a:ea typeface="Arial"/>
                <a:cs typeface="Arial"/>
              </a:defRPr>
            </a:lvl3pPr>
            <a:lvl4pPr algn="l">
              <a:defRPr sz="1875" b="0">
                <a:solidFill>
                  <a:srgbClr val="63666A"/>
                </a:solidFill>
                <a:latin typeface="Arial"/>
                <a:ea typeface="Arial"/>
                <a:cs typeface="Arial"/>
              </a:defRPr>
            </a:lvl4pPr>
            <a:lvl5pPr algn="l">
              <a:defRPr sz="1875" b="0">
                <a:solidFill>
                  <a:srgbClr val="63666A"/>
                </a:solidFill>
                <a:latin typeface="Arial"/>
                <a:ea typeface="Arial"/>
                <a:cs typeface="Arial"/>
              </a:defRPr>
            </a:lvl5pPr>
            <a:lvl6pPr algn="l">
              <a:defRPr sz="1875" b="0">
                <a:solidFill>
                  <a:srgbClr val="63666A"/>
                </a:solidFill>
                <a:latin typeface="Arial"/>
                <a:ea typeface="Arial"/>
                <a:cs typeface="Arial"/>
              </a:defRPr>
            </a:lvl6pPr>
            <a:lvl7pPr algn="l">
              <a:defRPr sz="1875" b="0">
                <a:solidFill>
                  <a:srgbClr val="63666A"/>
                </a:solidFill>
                <a:latin typeface="Arial"/>
                <a:ea typeface="Arial"/>
                <a:cs typeface="Arial"/>
              </a:defRPr>
            </a:lvl7pPr>
            <a:lvl8pPr algn="l">
              <a:defRPr sz="1875" b="0">
                <a:solidFill>
                  <a:srgbClr val="63666A"/>
                </a:solidFill>
                <a:latin typeface="Arial"/>
                <a:ea typeface="Arial"/>
                <a:cs typeface="Arial"/>
              </a:defRPr>
            </a:lvl8pPr>
            <a:lvl9pPr algn="l">
              <a:defRPr sz="1875" b="0">
                <a:solidFill>
                  <a:srgbClr val="63666A"/>
                </a:solidFill>
                <a:latin typeface="Arial"/>
                <a:ea typeface="Arial"/>
                <a:cs typeface="Arial"/>
              </a:defRPr>
            </a:lvl9pPr>
          </a:lstStyle>
          <a:p xmlns:a="http://schemas.openxmlformats.org/drawingml/2006/main">
            <a:pPr algn="l">
              <a:defRPr sz="1875" b="0">
                <a:solidFill>
                  <a:srgbClr val="63666A"/>
                </a:solidFill>
                <a:latin typeface="Arial"/>
                <a:ea typeface="Arial"/>
                <a:cs typeface="Arial"/>
              </a:defRPr>
            </a:pPr>
            <a:r>
              <a:rPr sz="1875" b="0">
                <a:solidFill>
                  <a:srgbClr val="63666A"/>
                </a:solidFill>
                <a:latin typeface="Arial"/>
                <a:ea typeface="Arial"/>
                <a:cs typeface="Arial"/>
              </a:rPr>
              <a:t>Objetivo: acordar el respaldo documental y revisar los casos sin territorio o población.</a:t>
            </a:r>
          </a:p>
        </p:txBody>
      </p:sp>
      <p:sp>
        <p:nvSpPr>
          <p:cNvPr id="11" name="formacion-titulo">
            <a:extLst xmlns:a="http://schemas.openxmlformats.org/drawingml/2006/main">
              <a:ext uri="{FF2B5EF4-FFF2-40B4-BE49-F238E27FC236}">
                <a16:creationId xmlns:a16="http://schemas.microsoft.com/office/drawing/2014/main" id="{009613A2-D5EE-4DE0-9750-6E9A77544712}"/>
              </a:ext>
            </a:extLst>
          </p:cNvPr>
          <p:cNvSpPr>
            <a:spLocks xmlns:a="http://schemas.openxmlformats.org/drawingml/2006/main" noGrp="1"/>
          </p:cNvSpPr>
          <p:nvPr/>
        </p:nvSpPr>
        <p:spPr>
          <a:xfrm xmlns:a="http://schemas.openxmlformats.org/drawingml/2006/main">
            <a:off x="571500" y="42672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4B87"/>
                </a:solidFill>
                <a:latin typeface="Arial"/>
                <a:ea typeface="Arial"/>
                <a:cs typeface="Arial"/>
              </a:defRPr>
            </a:defPPr>
            <a:lvl1pPr algn="l">
              <a:defRPr sz="2400" b="1">
                <a:solidFill>
                  <a:srgbClr val="004B87"/>
                </a:solidFill>
                <a:latin typeface="Arial"/>
                <a:ea typeface="Arial"/>
                <a:cs typeface="Arial"/>
              </a:defRPr>
            </a:lvl1pPr>
            <a:lvl2pPr algn="l">
              <a:defRPr sz="2400" b="1">
                <a:solidFill>
                  <a:srgbClr val="004B87"/>
                </a:solidFill>
                <a:latin typeface="Arial"/>
                <a:ea typeface="Arial"/>
                <a:cs typeface="Arial"/>
              </a:defRPr>
            </a:lvl2pPr>
            <a:lvl3pPr algn="l">
              <a:defRPr sz="2400" b="1">
                <a:solidFill>
                  <a:srgbClr val="004B87"/>
                </a:solidFill>
                <a:latin typeface="Arial"/>
                <a:ea typeface="Arial"/>
                <a:cs typeface="Arial"/>
              </a:defRPr>
            </a:lvl3pPr>
            <a:lvl4pPr algn="l">
              <a:defRPr sz="2400" b="1">
                <a:solidFill>
                  <a:srgbClr val="004B87"/>
                </a:solidFill>
                <a:latin typeface="Arial"/>
                <a:ea typeface="Arial"/>
                <a:cs typeface="Arial"/>
              </a:defRPr>
            </a:lvl4pPr>
            <a:lvl5pPr algn="l">
              <a:defRPr sz="2400" b="1">
                <a:solidFill>
                  <a:srgbClr val="004B87"/>
                </a:solidFill>
                <a:latin typeface="Arial"/>
                <a:ea typeface="Arial"/>
                <a:cs typeface="Arial"/>
              </a:defRPr>
            </a:lvl5pPr>
            <a:lvl6pPr algn="l">
              <a:defRPr sz="2400" b="1">
                <a:solidFill>
                  <a:srgbClr val="004B87"/>
                </a:solidFill>
                <a:latin typeface="Arial"/>
                <a:ea typeface="Arial"/>
                <a:cs typeface="Arial"/>
              </a:defRPr>
            </a:lvl6pPr>
            <a:lvl7pPr algn="l">
              <a:defRPr sz="2400" b="1">
                <a:solidFill>
                  <a:srgbClr val="004B87"/>
                </a:solidFill>
                <a:latin typeface="Arial"/>
                <a:ea typeface="Arial"/>
                <a:cs typeface="Arial"/>
              </a:defRPr>
            </a:lvl7pPr>
            <a:lvl8pPr algn="l">
              <a:defRPr sz="2400" b="1">
                <a:solidFill>
                  <a:srgbClr val="004B87"/>
                </a:solidFill>
                <a:latin typeface="Arial"/>
                <a:ea typeface="Arial"/>
                <a:cs typeface="Arial"/>
              </a:defRPr>
            </a:lvl8pPr>
            <a:lvl9pPr algn="l">
              <a:defRPr sz="2400" b="1">
                <a:solidFill>
                  <a:srgbClr val="004B87"/>
                </a:solidFill>
                <a:latin typeface="Arial"/>
                <a:ea typeface="Arial"/>
                <a:cs typeface="Arial"/>
              </a:defRPr>
            </a:lvl9pPr>
          </a:lstStyle>
          <a:p xmlns:a="http://schemas.openxmlformats.org/drawingml/2006/main">
            <a:pPr algn="l">
              <a:defRPr sz="2400" b="1">
                <a:solidFill>
                  <a:srgbClr val="004B87"/>
                </a:solidFill>
                <a:latin typeface="Arial"/>
                <a:ea typeface="Arial"/>
                <a:cs typeface="Arial"/>
              </a:defRPr>
            </a:pPr>
            <a:r>
              <a:rPr sz="2400" b="1">
                <a:solidFill>
                  <a:srgbClr val="004B87"/>
                </a:solidFill>
                <a:latin typeface="Arial"/>
                <a:ea typeface="Arial"/>
                <a:cs typeface="Arial"/>
              </a:rPr>
              <a:t>02  Formación e Investigación</a:t>
            </a:r>
          </a:p>
        </p:txBody>
      </p:sp>
      <p:sp>
        <p:nvSpPr>
          <p:cNvPr id="12" name="formacion-dato">
            <a:extLst xmlns:a="http://schemas.openxmlformats.org/drawingml/2006/main">
              <a:ext uri="{FF2B5EF4-FFF2-40B4-BE49-F238E27FC236}">
                <a16:creationId xmlns:a16="http://schemas.microsoft.com/office/drawing/2014/main" id="{CCD7590E-AB9F-496B-A1CE-740FB45A7FDD}"/>
              </a:ext>
            </a:extLst>
          </p:cNvPr>
          <p:cNvSpPr>
            <a:spLocks xmlns:a="http://schemas.openxmlformats.org/drawingml/2006/main" noGrp="1"/>
          </p:cNvSpPr>
          <p:nvPr/>
        </p:nvSpPr>
        <p:spPr>
          <a:xfrm xmlns:a="http://schemas.openxmlformats.org/drawingml/2006/main">
            <a:off x="571500" y="4800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A3A"/>
                </a:solidFill>
                <a:latin typeface="Arial"/>
                <a:ea typeface="Arial"/>
                <a:cs typeface="Arial"/>
              </a:defRPr>
            </a:defPPr>
            <a:lvl1pPr algn="l">
              <a:defRPr sz="2175" b="1">
                <a:solidFill>
                  <a:srgbClr val="182A3A"/>
                </a:solidFill>
                <a:latin typeface="Arial"/>
                <a:ea typeface="Arial"/>
                <a:cs typeface="Arial"/>
              </a:defRPr>
            </a:lvl1pPr>
            <a:lvl2pPr algn="l">
              <a:defRPr sz="2175" b="1">
                <a:solidFill>
                  <a:srgbClr val="182A3A"/>
                </a:solidFill>
                <a:latin typeface="Arial"/>
                <a:ea typeface="Arial"/>
                <a:cs typeface="Arial"/>
              </a:defRPr>
            </a:lvl2pPr>
            <a:lvl3pPr algn="l">
              <a:defRPr sz="2175" b="1">
                <a:solidFill>
                  <a:srgbClr val="182A3A"/>
                </a:solidFill>
                <a:latin typeface="Arial"/>
                <a:ea typeface="Arial"/>
                <a:cs typeface="Arial"/>
              </a:defRPr>
            </a:lvl3pPr>
            <a:lvl4pPr algn="l">
              <a:defRPr sz="2175" b="1">
                <a:solidFill>
                  <a:srgbClr val="182A3A"/>
                </a:solidFill>
                <a:latin typeface="Arial"/>
                <a:ea typeface="Arial"/>
                <a:cs typeface="Arial"/>
              </a:defRPr>
            </a:lvl4pPr>
            <a:lvl5pPr algn="l">
              <a:defRPr sz="2175" b="1">
                <a:solidFill>
                  <a:srgbClr val="182A3A"/>
                </a:solidFill>
                <a:latin typeface="Arial"/>
                <a:ea typeface="Arial"/>
                <a:cs typeface="Arial"/>
              </a:defRPr>
            </a:lvl5pPr>
            <a:lvl6pPr algn="l">
              <a:defRPr sz="2175" b="1">
                <a:solidFill>
                  <a:srgbClr val="182A3A"/>
                </a:solidFill>
                <a:latin typeface="Arial"/>
                <a:ea typeface="Arial"/>
                <a:cs typeface="Arial"/>
              </a:defRPr>
            </a:lvl6pPr>
            <a:lvl7pPr algn="l">
              <a:defRPr sz="2175" b="1">
                <a:solidFill>
                  <a:srgbClr val="182A3A"/>
                </a:solidFill>
                <a:latin typeface="Arial"/>
                <a:ea typeface="Arial"/>
                <a:cs typeface="Arial"/>
              </a:defRPr>
            </a:lvl7pPr>
            <a:lvl8pPr algn="l">
              <a:defRPr sz="2175" b="1">
                <a:solidFill>
                  <a:srgbClr val="182A3A"/>
                </a:solidFill>
                <a:latin typeface="Arial"/>
                <a:ea typeface="Arial"/>
                <a:cs typeface="Arial"/>
              </a:defRPr>
            </a:lvl8pPr>
            <a:lvl9pPr algn="l">
              <a:defRPr sz="2175" b="1">
                <a:solidFill>
                  <a:srgbClr val="182A3A"/>
                </a:solidFill>
                <a:latin typeface="Arial"/>
                <a:ea typeface="Arial"/>
                <a:cs typeface="Arial"/>
              </a:defRPr>
            </a:lvl9pPr>
          </a:lstStyle>
          <a:p xmlns:a="http://schemas.openxmlformats.org/drawingml/2006/main">
            <a:pPr algn="l">
              <a:defRPr sz="2175" b="1">
                <a:solidFill>
                  <a:srgbClr val="182A3A"/>
                </a:solidFill>
                <a:latin typeface="Arial"/>
                <a:ea typeface="Arial"/>
                <a:cs typeface="Arial"/>
              </a:defRPr>
            </a:pPr>
            <a:r>
              <a:rPr sz="2175" b="1">
                <a:solidFill>
                  <a:srgbClr val="182A3A"/>
                </a:solidFill>
                <a:latin typeface="Arial"/>
                <a:ea typeface="Arial"/>
                <a:cs typeface="Arial"/>
              </a:rPr>
              <a:t>52 de 61 actividades comparables con diferencias (85.2%)</a:t>
            </a:r>
          </a:p>
        </p:txBody>
      </p:sp>
      <p:sp>
        <p:nvSpPr>
          <p:cNvPr id="13" name="formacion-objetivo">
            <a:extLst xmlns:a="http://schemas.openxmlformats.org/drawingml/2006/main">
              <a:ext uri="{FF2B5EF4-FFF2-40B4-BE49-F238E27FC236}">
                <a16:creationId xmlns:a16="http://schemas.microsoft.com/office/drawing/2014/main" id="{5724CBD7-230E-4173-88FE-BD8DB7EF928C}"/>
              </a:ext>
            </a:extLst>
          </p:cNvPr>
          <p:cNvSpPr>
            <a:spLocks xmlns:a="http://schemas.openxmlformats.org/drawingml/2006/main" noGrp="1"/>
          </p:cNvSpPr>
          <p:nvPr/>
        </p:nvSpPr>
        <p:spPr>
          <a:xfrm xmlns:a="http://schemas.openxmlformats.org/drawingml/2006/main">
            <a:off x="571500" y="52673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3666A"/>
                </a:solidFill>
                <a:latin typeface="Arial"/>
                <a:ea typeface="Arial"/>
                <a:cs typeface="Arial"/>
              </a:defRPr>
            </a:defPPr>
            <a:lvl1pPr algn="l">
              <a:defRPr sz="1875" b="0">
                <a:solidFill>
                  <a:srgbClr val="63666A"/>
                </a:solidFill>
                <a:latin typeface="Arial"/>
                <a:ea typeface="Arial"/>
                <a:cs typeface="Arial"/>
              </a:defRPr>
            </a:lvl1pPr>
            <a:lvl2pPr algn="l">
              <a:defRPr sz="1875" b="0">
                <a:solidFill>
                  <a:srgbClr val="63666A"/>
                </a:solidFill>
                <a:latin typeface="Arial"/>
                <a:ea typeface="Arial"/>
                <a:cs typeface="Arial"/>
              </a:defRPr>
            </a:lvl2pPr>
            <a:lvl3pPr algn="l">
              <a:defRPr sz="1875" b="0">
                <a:solidFill>
                  <a:srgbClr val="63666A"/>
                </a:solidFill>
                <a:latin typeface="Arial"/>
                <a:ea typeface="Arial"/>
                <a:cs typeface="Arial"/>
              </a:defRPr>
            </a:lvl3pPr>
            <a:lvl4pPr algn="l">
              <a:defRPr sz="1875" b="0">
                <a:solidFill>
                  <a:srgbClr val="63666A"/>
                </a:solidFill>
                <a:latin typeface="Arial"/>
                <a:ea typeface="Arial"/>
                <a:cs typeface="Arial"/>
              </a:defRPr>
            </a:lvl4pPr>
            <a:lvl5pPr algn="l">
              <a:defRPr sz="1875" b="0">
                <a:solidFill>
                  <a:srgbClr val="63666A"/>
                </a:solidFill>
                <a:latin typeface="Arial"/>
                <a:ea typeface="Arial"/>
                <a:cs typeface="Arial"/>
              </a:defRPr>
            </a:lvl5pPr>
            <a:lvl6pPr algn="l">
              <a:defRPr sz="1875" b="0">
                <a:solidFill>
                  <a:srgbClr val="63666A"/>
                </a:solidFill>
                <a:latin typeface="Arial"/>
                <a:ea typeface="Arial"/>
                <a:cs typeface="Arial"/>
              </a:defRPr>
            </a:lvl6pPr>
            <a:lvl7pPr algn="l">
              <a:defRPr sz="1875" b="0">
                <a:solidFill>
                  <a:srgbClr val="63666A"/>
                </a:solidFill>
                <a:latin typeface="Arial"/>
                <a:ea typeface="Arial"/>
                <a:cs typeface="Arial"/>
              </a:defRPr>
            </a:lvl7pPr>
            <a:lvl8pPr algn="l">
              <a:defRPr sz="1875" b="0">
                <a:solidFill>
                  <a:srgbClr val="63666A"/>
                </a:solidFill>
                <a:latin typeface="Arial"/>
                <a:ea typeface="Arial"/>
                <a:cs typeface="Arial"/>
              </a:defRPr>
            </a:lvl8pPr>
            <a:lvl9pPr algn="l">
              <a:defRPr sz="1875" b="0">
                <a:solidFill>
                  <a:srgbClr val="63666A"/>
                </a:solidFill>
                <a:latin typeface="Arial"/>
                <a:ea typeface="Arial"/>
                <a:cs typeface="Arial"/>
              </a:defRPr>
            </a:lvl9pPr>
          </a:lstStyle>
          <a:p xmlns:a="http://schemas.openxmlformats.org/drawingml/2006/main">
            <a:pPr algn="l">
              <a:defRPr sz="1875" b="0">
                <a:solidFill>
                  <a:srgbClr val="63666A"/>
                </a:solidFill>
                <a:latin typeface="Arial"/>
                <a:ea typeface="Arial"/>
                <a:cs typeface="Arial"/>
              </a:defRPr>
            </a:pPr>
            <a:r>
              <a:rPr sz="1875" b="0">
                <a:solidFill>
                  <a:srgbClr val="63666A"/>
                </a:solidFill>
                <a:latin typeface="Arial"/>
                <a:ea typeface="Arial"/>
                <a:cs typeface="Arial"/>
              </a:rPr>
              <a:t>Objetivo: aclarar el conteo por actividad y el desglose demográfico. Hay 25 actividades sin evidencia.</a:t>
            </a:r>
          </a:p>
        </p:txBody>
      </p:sp>
      <p:sp>
        <p:nvSpPr>
          <p:cNvPr id="14" name="decide">
            <a:extLst xmlns:a="http://schemas.openxmlformats.org/drawingml/2006/main">
              <a:ext uri="{FF2B5EF4-FFF2-40B4-BE49-F238E27FC236}">
                <a16:creationId xmlns:a16="http://schemas.microsoft.com/office/drawing/2014/main" id="{244A4C68-ED8F-4791-AD27-2B9C4EFEEB40}"/>
              </a:ext>
            </a:extLst>
          </p:cNvPr>
          <p:cNvSpPr>
            <a:spLocks xmlns:a="http://schemas.openxmlformats.org/drawingml/2006/main" noGrp="1"/>
          </p:cNvSpPr>
          <p:nvPr/>
        </p:nvSpPr>
        <p:spPr>
          <a:xfrm xmlns:a="http://schemas.openxmlformats.org/drawingml/2006/main">
            <a:off x="571500" y="60198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666A"/>
                </a:solidFill>
                <a:latin typeface="Arial"/>
                <a:ea typeface="Arial"/>
                <a:cs typeface="Arial"/>
              </a:defRPr>
            </a:defPPr>
            <a:lvl1pPr algn="l">
              <a:defRPr sz="1500" b="0">
                <a:solidFill>
                  <a:srgbClr val="63666A"/>
                </a:solidFill>
                <a:latin typeface="Arial"/>
                <a:ea typeface="Arial"/>
                <a:cs typeface="Arial"/>
              </a:defRPr>
            </a:lvl1pPr>
            <a:lvl2pPr algn="l">
              <a:defRPr sz="1500" b="0">
                <a:solidFill>
                  <a:srgbClr val="63666A"/>
                </a:solidFill>
                <a:latin typeface="Arial"/>
                <a:ea typeface="Arial"/>
                <a:cs typeface="Arial"/>
              </a:defRPr>
            </a:lvl2pPr>
            <a:lvl3pPr algn="l">
              <a:defRPr sz="1500" b="0">
                <a:solidFill>
                  <a:srgbClr val="63666A"/>
                </a:solidFill>
                <a:latin typeface="Arial"/>
                <a:ea typeface="Arial"/>
                <a:cs typeface="Arial"/>
              </a:defRPr>
            </a:lvl3pPr>
            <a:lvl4pPr algn="l">
              <a:defRPr sz="1500" b="0">
                <a:solidFill>
                  <a:srgbClr val="63666A"/>
                </a:solidFill>
                <a:latin typeface="Arial"/>
                <a:ea typeface="Arial"/>
                <a:cs typeface="Arial"/>
              </a:defRPr>
            </a:lvl4pPr>
            <a:lvl5pPr algn="l">
              <a:defRPr sz="1500" b="0">
                <a:solidFill>
                  <a:srgbClr val="63666A"/>
                </a:solidFill>
                <a:latin typeface="Arial"/>
                <a:ea typeface="Arial"/>
                <a:cs typeface="Arial"/>
              </a:defRPr>
            </a:lvl5pPr>
            <a:lvl6pPr algn="l">
              <a:defRPr sz="1500" b="0">
                <a:solidFill>
                  <a:srgbClr val="63666A"/>
                </a:solidFill>
                <a:latin typeface="Arial"/>
                <a:ea typeface="Arial"/>
                <a:cs typeface="Arial"/>
              </a:defRPr>
            </a:lvl6pPr>
            <a:lvl7pPr algn="l">
              <a:defRPr sz="1500" b="0">
                <a:solidFill>
                  <a:srgbClr val="63666A"/>
                </a:solidFill>
                <a:latin typeface="Arial"/>
                <a:ea typeface="Arial"/>
                <a:cs typeface="Arial"/>
              </a:defRPr>
            </a:lvl7pPr>
            <a:lvl8pPr algn="l">
              <a:defRPr sz="1500" b="0">
                <a:solidFill>
                  <a:srgbClr val="63666A"/>
                </a:solidFill>
                <a:latin typeface="Arial"/>
                <a:ea typeface="Arial"/>
                <a:cs typeface="Arial"/>
              </a:defRPr>
            </a:lvl8pPr>
            <a:lvl9pPr algn="l">
              <a:defRPr sz="1500" b="0">
                <a:solidFill>
                  <a:srgbClr val="63666A"/>
                </a:solidFill>
                <a:latin typeface="Arial"/>
                <a:ea typeface="Arial"/>
                <a:cs typeface="Arial"/>
              </a:defRPr>
            </a:lvl9pPr>
          </a:lstStyle>
          <a:p xmlns:a="http://schemas.openxmlformats.org/drawingml/2006/main">
            <a:pPr algn="l">
              <a:defRPr sz="1500" b="0">
                <a:solidFill>
                  <a:srgbClr val="63666A"/>
                </a:solidFill>
                <a:latin typeface="Arial"/>
                <a:ea typeface="Arial"/>
                <a:cs typeface="Arial"/>
              </a:defRPr>
            </a:pPr>
            <a:r>
              <a:rPr sz="1500" b="0">
                <a:solidFill>
                  <a:srgbClr val="63666A"/>
                </a:solidFill>
                <a:latin typeface="Arial"/>
                <a:ea typeface="Arial"/>
                <a:cs typeface="Arial"/>
              </a:rPr>
              <a:t>Propuesta para decisión de Planeación. Patrimonio requiere una aclaración puntual por separado.</a:t>
            </a:r>
          </a:p>
        </p:txBody>
      </p:sp>
    </p:spTree>
    <p:extLst>
      <p:ext uri="{BB962C8B-B14F-4D97-AF65-F5344CB8AC3E}">
        <p14:creationId xmlns:p14="http://schemas.microsoft.com/office/powerpoint/2010/main" val="15823902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9098065-F7AE-48AD-B015-9DE13ABD2155}"/>
              </a:ext>
            </a:extLst>
          </p:cNvPr>
          <p:cNvPicPr>
            <a:picLocks xmlns:a="http://schemas.openxmlformats.org/drawingml/2006/main" noChangeAspect="1"/>
          </p:cNvPicPr>
          <p:nvPr/>
        </p:nvPicPr>
        <p:blipFill>
          <a:blip xmlns:r="http://schemas.openxmlformats.org/officeDocument/2006/relationships" xmlns:a="http://schemas.openxmlformats.org/drawingml/2006/main" r:embed="R7d1f818793444c85"/>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BE39B5B6-8AA5-427C-BFE3-27846B27B420}"/>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F303E252-D2DC-4B48-9B0C-631500E90522}"/>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E1DBB755-EB78-4DAA-A6AA-8F3219B81A7A}"/>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Acuerdos propuestos para el seguimiento</a:t>
            </a:r>
          </a:p>
        </p:txBody>
      </p:sp>
      <p:sp>
        <p:nvSpPr>
          <p:cNvPr id="5" name="subtitulo">
            <a:extLst xmlns:a="http://schemas.openxmlformats.org/drawingml/2006/main">
              <a:ext uri="{FF2B5EF4-FFF2-40B4-BE49-F238E27FC236}">
                <a16:creationId xmlns:a16="http://schemas.microsoft.com/office/drawing/2014/main" id="{950352AD-4773-41AC-BF10-87821D793550}"/>
              </a:ext>
            </a:extLst>
          </p:cNvPr>
          <p:cNvSpPr>
            <a:spLocks xmlns:a="http://schemas.openxmlformats.org/drawingml/2006/main" noGrp="1"/>
          </p:cNvSpPr>
          <p:nvPr/>
        </p:nvSpPr>
        <p:spPr>
          <a:xfrm xmlns:a="http://schemas.openxmlformats.org/drawingml/2006/main">
            <a:off x="571500" y="1790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666A"/>
                </a:solidFill>
                <a:latin typeface="Arial"/>
                <a:ea typeface="Arial"/>
                <a:cs typeface="Arial"/>
              </a:defRPr>
            </a:defPPr>
            <a:lvl1pPr algn="l">
              <a:defRPr sz="1800" b="0">
                <a:solidFill>
                  <a:srgbClr val="63666A"/>
                </a:solidFill>
                <a:latin typeface="Arial"/>
                <a:ea typeface="Arial"/>
                <a:cs typeface="Arial"/>
              </a:defRPr>
            </a:lvl1pPr>
            <a:lvl2pPr algn="l">
              <a:defRPr sz="1800" b="0">
                <a:solidFill>
                  <a:srgbClr val="63666A"/>
                </a:solidFill>
                <a:latin typeface="Arial"/>
                <a:ea typeface="Arial"/>
                <a:cs typeface="Arial"/>
              </a:defRPr>
            </a:lvl2pPr>
            <a:lvl3pPr algn="l">
              <a:defRPr sz="1800" b="0">
                <a:solidFill>
                  <a:srgbClr val="63666A"/>
                </a:solidFill>
                <a:latin typeface="Arial"/>
                <a:ea typeface="Arial"/>
                <a:cs typeface="Arial"/>
              </a:defRPr>
            </a:lvl3pPr>
            <a:lvl4pPr algn="l">
              <a:defRPr sz="1800" b="0">
                <a:solidFill>
                  <a:srgbClr val="63666A"/>
                </a:solidFill>
                <a:latin typeface="Arial"/>
                <a:ea typeface="Arial"/>
                <a:cs typeface="Arial"/>
              </a:defRPr>
            </a:lvl4pPr>
            <a:lvl5pPr algn="l">
              <a:defRPr sz="1800" b="0">
                <a:solidFill>
                  <a:srgbClr val="63666A"/>
                </a:solidFill>
                <a:latin typeface="Arial"/>
                <a:ea typeface="Arial"/>
                <a:cs typeface="Arial"/>
              </a:defRPr>
            </a:lvl5pPr>
            <a:lvl6pPr algn="l">
              <a:defRPr sz="1800" b="0">
                <a:solidFill>
                  <a:srgbClr val="63666A"/>
                </a:solidFill>
                <a:latin typeface="Arial"/>
                <a:ea typeface="Arial"/>
                <a:cs typeface="Arial"/>
              </a:defRPr>
            </a:lvl6pPr>
            <a:lvl7pPr algn="l">
              <a:defRPr sz="1800" b="0">
                <a:solidFill>
                  <a:srgbClr val="63666A"/>
                </a:solidFill>
                <a:latin typeface="Arial"/>
                <a:ea typeface="Arial"/>
                <a:cs typeface="Arial"/>
              </a:defRPr>
            </a:lvl7pPr>
            <a:lvl8pPr algn="l">
              <a:defRPr sz="1800" b="0">
                <a:solidFill>
                  <a:srgbClr val="63666A"/>
                </a:solidFill>
                <a:latin typeface="Arial"/>
                <a:ea typeface="Arial"/>
                <a:cs typeface="Arial"/>
              </a:defRPr>
            </a:lvl8pPr>
            <a:lvl9pPr algn="l">
              <a:defRPr sz="1800" b="0">
                <a:solidFill>
                  <a:srgbClr val="63666A"/>
                </a:solidFill>
                <a:latin typeface="Arial"/>
                <a:ea typeface="Arial"/>
                <a:cs typeface="Arial"/>
              </a:defRPr>
            </a:lvl9pPr>
          </a:lstStyle>
          <a:p xmlns:a="http://schemas.openxmlformats.org/drawingml/2006/main">
            <a:pPr algn="l">
              <a:defRPr sz="1800" b="0">
                <a:solidFill>
                  <a:srgbClr val="63666A"/>
                </a:solidFill>
                <a:latin typeface="Arial"/>
                <a:ea typeface="Arial"/>
                <a:cs typeface="Arial"/>
              </a:defRPr>
            </a:pPr>
            <a:r>
              <a:rPr sz="1800" b="0">
                <a:solidFill>
                  <a:srgbClr val="63666A"/>
                </a:solidFill>
                <a:latin typeface="Arial"/>
                <a:ea typeface="Arial"/>
                <a:cs typeface="Arial"/>
              </a:rPr>
              <a:t>Cada reunión debe cerrar con responsable, pendiente y fecha de revisión</a:t>
            </a:r>
          </a:p>
        </p:txBody>
      </p:sp>
      <p:sp>
        <p:nvSpPr>
          <p:cNvPr id="6" name="fuente">
            <a:extLst xmlns:a="http://schemas.openxmlformats.org/drawingml/2006/main">
              <a:ext uri="{FF2B5EF4-FFF2-40B4-BE49-F238E27FC236}">
                <a16:creationId xmlns:a16="http://schemas.microsoft.com/office/drawing/2014/main" id="{646F0E4C-9C7A-42E0-8507-95A68DA60694}"/>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7" name="pagina">
            <a:extLst xmlns:a="http://schemas.openxmlformats.org/drawingml/2006/main">
              <a:ext uri="{FF2B5EF4-FFF2-40B4-BE49-F238E27FC236}">
                <a16:creationId xmlns:a16="http://schemas.microsoft.com/office/drawing/2014/main" id="{466947B5-EB8C-4264-B408-0C08ACAF775E}"/>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05</a:t>
            </a:r>
          </a:p>
        </p:txBody>
      </p:sp>
      <p:graphicFrame>
        <p:nvGraphicFramePr>
          <p:cNvPr id="8" name="">
            <a:extLst xmlns:a="http://schemas.openxmlformats.org/drawingml/2006/main">
              <a:ext uri="{FF2B5EF4-FFF2-40B4-BE49-F238E27FC236}">
                <a16:creationId xmlns:a16="http://schemas.microsoft.com/office/drawing/2014/main" id="{BC710739-C138-4AD8-8EF0-46643A89DA43}"/>
              </a:ext>
            </a:extLst>
          </p:cNvPr>
          <p:cNvGraphicFramePr/>
          <p:nvPr/>
        </p:nvGraphicFramePr>
        <p:xfrm>
          <a:off xmlns:a="http://schemas.openxmlformats.org/drawingml/2006/main" x="571500" y="2333625"/>
          <a:ext xmlns:a="http://schemas.openxmlformats.org/drawingml/2006/main" cx="11049000" cy="2952750"/>
        </p:xfrm>
        <a:graphic xmlns:a="http://schemas.openxmlformats.org/drawingml/2006/main">
          <a:graphicData uri="http://schemas.openxmlformats.org/drawingml/2006/table">
            <a:tbl>
              <a:tblPr/>
              <a:tblGrid>
                <a:gridCol w="3857625"/>
                <a:gridCol w="7191375"/>
              </a:tblGrid>
              <a:tr h="492125">
                <a:tc>
                  <a:txBody>
                    <a:bodyPr lIns="95250" tIns="95250" rIns="95250" bIns="95250">
                      <a:noAutofit/>
                    </a:bodyPr>
                    <a:lstStyle/>
                    <a:p>
                      <a:pPr algn="l"/>
                      <a:r>
                        <a:rPr sz="1725" b="1">
                          <a:solidFill>
                            <a:srgbClr val="FFFFFF"/>
                          </a:solidFill>
                          <a:latin typeface="Arial"/>
                          <a:ea typeface="Arial"/>
                          <a:cs typeface="Arial"/>
                        </a:rPr>
                        <a:t>Frente</a:t>
                      </a:r>
                    </a:p>
                  </a:txBody>
                  <a:tcPr marL="91440" marR="91440" marT="45720" marB="45720" anchor="ctr">
                    <a:lnL w="5715">
                      <a:solidFill>
                        <a:srgbClr val="D9E2EB"/>
                      </a:solidFill>
                      <a:prstDash val="solid"/>
                    </a:lnL>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725" b="1">
                          <a:solidFill>
                            <a:srgbClr val="FFFFFF"/>
                          </a:solidFill>
                          <a:latin typeface="Arial"/>
                          <a:ea typeface="Arial"/>
                          <a:cs typeface="Arial"/>
                        </a:rPr>
                        <a:t>Resultado esperado</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r>
              <a:tr h="492125">
                <a:tc>
                  <a:txBody>
                    <a:bodyPr lIns="95250" tIns="95250" rIns="95250" bIns="95250">
                      <a:noAutofit/>
                    </a:bodyPr>
                    <a:lstStyle/>
                    <a:p>
                      <a:pPr algn="l"/>
                      <a:r>
                        <a:rPr sz="1800" b="0">
                          <a:solidFill>
                            <a:srgbClr val="182A3A"/>
                          </a:solidFill>
                          <a:latin typeface="Arial"/>
                          <a:ea typeface="Arial"/>
                          <a:cs typeface="Arial"/>
                        </a:rPr>
                        <a:t>Museos</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Plan de vinculación de evidencias y revisión de registros incompletos</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492125">
                <a:tc>
                  <a:txBody>
                    <a:bodyPr lIns="95250" tIns="95250" rIns="95250" bIns="95250">
                      <a:noAutofit/>
                    </a:bodyPr>
                    <a:lstStyle/>
                    <a:p>
                      <a:pPr algn="l"/>
                      <a:r>
                        <a:rPr sz="1800" b="0">
                          <a:solidFill>
                            <a:srgbClr val="182A3A"/>
                          </a:solidFill>
                          <a:latin typeface="Arial"/>
                          <a:ea typeface="Arial"/>
                          <a:cs typeface="Arial"/>
                        </a:rPr>
                        <a:t>Formación e Investigación</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800" b="0">
                          <a:solidFill>
                            <a:srgbClr val="182A3A"/>
                          </a:solidFill>
                          <a:latin typeface="Arial"/>
                          <a:ea typeface="Arial"/>
                          <a:cs typeface="Arial"/>
                        </a:rPr>
                        <a:t>Criterio de conteo confirmado y lista de diferencias por aclarar</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492125">
                <a:tc>
                  <a:txBody>
                    <a:bodyPr lIns="95250" tIns="95250" rIns="95250" bIns="95250">
                      <a:noAutofit/>
                    </a:bodyPr>
                    <a:lstStyle/>
                    <a:p>
                      <a:pPr algn="l"/>
                      <a:r>
                        <a:rPr sz="1800" b="0">
                          <a:solidFill>
                            <a:srgbClr val="182A3A"/>
                          </a:solidFill>
                          <a:latin typeface="Arial"/>
                          <a:ea typeface="Arial"/>
                          <a:cs typeface="Arial"/>
                        </a:rPr>
                        <a:t>Forum y Comunicación Social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Confirmación de alcance, enlace responsable y situación de captura</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492125">
                <a:tc>
                  <a:txBody>
                    <a:bodyPr lIns="95250" tIns="95250" rIns="95250" bIns="95250">
                      <a:noAutofit/>
                    </a:bodyPr>
                    <a:lstStyle/>
                    <a:p>
                      <a:pPr algn="l"/>
                      <a:r>
                        <a:rPr sz="1800" b="0">
                          <a:solidFill>
                            <a:srgbClr val="182A3A"/>
                          </a:solidFill>
                          <a:latin typeface="Arial"/>
                          <a:ea typeface="Arial"/>
                          <a:cs typeface="Arial"/>
                        </a:rPr>
                        <a:t>Planeación</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800" b="0">
                          <a:solidFill>
                            <a:srgbClr val="182A3A"/>
                          </a:solidFill>
                          <a:latin typeface="Arial"/>
                          <a:ea typeface="Arial"/>
                          <a:cs typeface="Arial"/>
                        </a:rPr>
                        <a:t>Asignación de 4 actividades y revisión de 3 filas del catálogo sin dirección</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492125">
                <a:tc>
                  <a:txBody>
                    <a:bodyPr lIns="95250" tIns="95250" rIns="95250" bIns="95250">
                      <a:noAutofit/>
                    </a:bodyPr>
                    <a:lstStyle/>
                    <a:p>
                      <a:pPr algn="l"/>
                      <a:r>
                        <a:rPr sz="1800" b="0">
                          <a:solidFill>
                            <a:srgbClr val="182A3A"/>
                          </a:solidFill>
                          <a:latin typeface="Arial"/>
                          <a:ea typeface="Arial"/>
                          <a:cs typeface="Arial"/>
                        </a:rPr>
                        <a:t>Soporte técnico</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Revisión de las fórmulas de indicadores antes de usar sus resultados</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bl>
          </a:graphicData>
        </a:graphic>
      </p:graphicFrame>
      <p:sp>
        <p:nvSpPr>
          <p:cNvPr id="9" name="propuesta-plazo">
            <a:extLst xmlns:a="http://schemas.openxmlformats.org/drawingml/2006/main">
              <a:ext uri="{FF2B5EF4-FFF2-40B4-BE49-F238E27FC236}">
                <a16:creationId xmlns:a16="http://schemas.microsoft.com/office/drawing/2014/main" id="{C86E19C2-617C-49C7-8B61-7B8E4CF2DC8C}"/>
              </a:ext>
            </a:extLst>
          </p:cNvPr>
          <p:cNvSpPr>
            <a:spLocks xmlns:a="http://schemas.openxmlformats.org/drawingml/2006/main" noGrp="1"/>
          </p:cNvSpPr>
          <p:nvPr/>
        </p:nvSpPr>
        <p:spPr>
          <a:xfrm xmlns:a="http://schemas.openxmlformats.org/drawingml/2006/main">
            <a:off x="571500" y="555307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A3A"/>
                </a:solidFill>
                <a:latin typeface="Arial"/>
                <a:ea typeface="Arial"/>
                <a:cs typeface="Arial"/>
              </a:defRPr>
            </a:defPPr>
            <a:lvl1pPr algn="l">
              <a:defRPr sz="1875" b="0">
                <a:solidFill>
                  <a:srgbClr val="182A3A"/>
                </a:solidFill>
                <a:latin typeface="Arial"/>
                <a:ea typeface="Arial"/>
                <a:cs typeface="Arial"/>
              </a:defRPr>
            </a:lvl1pPr>
            <a:lvl2pPr algn="l">
              <a:defRPr sz="1875" b="0">
                <a:solidFill>
                  <a:srgbClr val="182A3A"/>
                </a:solidFill>
                <a:latin typeface="Arial"/>
                <a:ea typeface="Arial"/>
                <a:cs typeface="Arial"/>
              </a:defRPr>
            </a:lvl2pPr>
            <a:lvl3pPr algn="l">
              <a:defRPr sz="1875" b="0">
                <a:solidFill>
                  <a:srgbClr val="182A3A"/>
                </a:solidFill>
                <a:latin typeface="Arial"/>
                <a:ea typeface="Arial"/>
                <a:cs typeface="Arial"/>
              </a:defRPr>
            </a:lvl3pPr>
            <a:lvl4pPr algn="l">
              <a:defRPr sz="1875" b="0">
                <a:solidFill>
                  <a:srgbClr val="182A3A"/>
                </a:solidFill>
                <a:latin typeface="Arial"/>
                <a:ea typeface="Arial"/>
                <a:cs typeface="Arial"/>
              </a:defRPr>
            </a:lvl4pPr>
            <a:lvl5pPr algn="l">
              <a:defRPr sz="1875" b="0">
                <a:solidFill>
                  <a:srgbClr val="182A3A"/>
                </a:solidFill>
                <a:latin typeface="Arial"/>
                <a:ea typeface="Arial"/>
                <a:cs typeface="Arial"/>
              </a:defRPr>
            </a:lvl5pPr>
            <a:lvl6pPr algn="l">
              <a:defRPr sz="1875" b="0">
                <a:solidFill>
                  <a:srgbClr val="182A3A"/>
                </a:solidFill>
                <a:latin typeface="Arial"/>
                <a:ea typeface="Arial"/>
                <a:cs typeface="Arial"/>
              </a:defRPr>
            </a:lvl6pPr>
            <a:lvl7pPr algn="l">
              <a:defRPr sz="1875" b="0">
                <a:solidFill>
                  <a:srgbClr val="182A3A"/>
                </a:solidFill>
                <a:latin typeface="Arial"/>
                <a:ea typeface="Arial"/>
                <a:cs typeface="Arial"/>
              </a:defRPr>
            </a:lvl7pPr>
            <a:lvl8pPr algn="l">
              <a:defRPr sz="1875" b="0">
                <a:solidFill>
                  <a:srgbClr val="182A3A"/>
                </a:solidFill>
                <a:latin typeface="Arial"/>
                <a:ea typeface="Arial"/>
                <a:cs typeface="Arial"/>
              </a:defRPr>
            </a:lvl8pPr>
            <a:lvl9pPr algn="l">
              <a:defRPr sz="1875" b="0">
                <a:solidFill>
                  <a:srgbClr val="182A3A"/>
                </a:solidFill>
                <a:latin typeface="Arial"/>
                <a:ea typeface="Arial"/>
                <a:cs typeface="Arial"/>
              </a:defRPr>
            </a:lvl9pPr>
          </a:lstStyle>
          <a:p xmlns:a="http://schemas.openxmlformats.org/drawingml/2006/main">
            <a:pPr algn="l">
              <a:defRPr sz="1875" b="0">
                <a:solidFill>
                  <a:srgbClr val="182A3A"/>
                </a:solidFill>
                <a:latin typeface="Arial"/>
                <a:ea typeface="Arial"/>
                <a:cs typeface="Arial"/>
              </a:defRPr>
            </a:pPr>
            <a:r>
              <a:rPr sz="1875" b="0">
                <a:solidFill>
                  <a:srgbClr val="182A3A"/>
                </a:solidFill>
                <a:latin typeface="Arial"/>
                <a:ea typeface="Arial"/>
                <a:cs typeface="Arial"/>
              </a:rPr>
              <a:t>Plazos sugeridos: acordar responsables en reunión y revisar un primer corte de atención en cinco días hábiles.</a:t>
            </a:r>
          </a:p>
        </p:txBody>
      </p:sp>
    </p:spTree>
    <p:extLst>
      <p:ext uri="{BB962C8B-B14F-4D97-AF65-F5344CB8AC3E}">
        <p14:creationId xmlns:p14="http://schemas.microsoft.com/office/powerpoint/2010/main" val="9826142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137AF85-A1DE-4944-844F-D58B1A672BC9}"/>
              </a:ext>
            </a:extLst>
          </p:cNvPr>
          <p:cNvPicPr>
            <a:picLocks xmlns:a="http://schemas.openxmlformats.org/drawingml/2006/main" noChangeAspect="1"/>
          </p:cNvPicPr>
          <p:nvPr/>
        </p:nvPicPr>
        <p:blipFill>
          <a:blip xmlns:r="http://schemas.openxmlformats.org/officeDocument/2006/relationships" xmlns:a="http://schemas.openxmlformats.org/drawingml/2006/main" r:embed="R7ed9f0541ecb421d"/>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BD467800-D413-4F8F-AA2A-B4BF8396C431}"/>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B3FA6F2A-B48E-454A-86D0-70934F2D5C05}"/>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ECAD5DD3-C1A3-496B-B231-C13EF5204977}"/>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Anexo 1  Casos para aclaración</a:t>
            </a:r>
          </a:p>
        </p:txBody>
      </p:sp>
      <p:sp>
        <p:nvSpPr>
          <p:cNvPr id="5" name="subtitulo">
            <a:extLst xmlns:a="http://schemas.openxmlformats.org/drawingml/2006/main">
              <a:ext uri="{FF2B5EF4-FFF2-40B4-BE49-F238E27FC236}">
                <a16:creationId xmlns:a16="http://schemas.microsoft.com/office/drawing/2014/main" id="{7DF04C7C-5DF6-4959-B807-B20A6E71B63C}"/>
              </a:ext>
            </a:extLst>
          </p:cNvPr>
          <p:cNvSpPr>
            <a:spLocks xmlns:a="http://schemas.openxmlformats.org/drawingml/2006/main" noGrp="1"/>
          </p:cNvSpPr>
          <p:nvPr/>
        </p:nvSpPr>
        <p:spPr>
          <a:xfrm xmlns:a="http://schemas.openxmlformats.org/drawingml/2006/main">
            <a:off x="571500" y="1790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666A"/>
                </a:solidFill>
                <a:latin typeface="Arial"/>
                <a:ea typeface="Arial"/>
                <a:cs typeface="Arial"/>
              </a:defRPr>
            </a:defPPr>
            <a:lvl1pPr algn="l">
              <a:defRPr sz="1800" b="0">
                <a:solidFill>
                  <a:srgbClr val="63666A"/>
                </a:solidFill>
                <a:latin typeface="Arial"/>
                <a:ea typeface="Arial"/>
                <a:cs typeface="Arial"/>
              </a:defRPr>
            </a:lvl1pPr>
            <a:lvl2pPr algn="l">
              <a:defRPr sz="1800" b="0">
                <a:solidFill>
                  <a:srgbClr val="63666A"/>
                </a:solidFill>
                <a:latin typeface="Arial"/>
                <a:ea typeface="Arial"/>
                <a:cs typeface="Arial"/>
              </a:defRPr>
            </a:lvl2pPr>
            <a:lvl3pPr algn="l">
              <a:defRPr sz="1800" b="0">
                <a:solidFill>
                  <a:srgbClr val="63666A"/>
                </a:solidFill>
                <a:latin typeface="Arial"/>
                <a:ea typeface="Arial"/>
                <a:cs typeface="Arial"/>
              </a:defRPr>
            </a:lvl3pPr>
            <a:lvl4pPr algn="l">
              <a:defRPr sz="1800" b="0">
                <a:solidFill>
                  <a:srgbClr val="63666A"/>
                </a:solidFill>
                <a:latin typeface="Arial"/>
                <a:ea typeface="Arial"/>
                <a:cs typeface="Arial"/>
              </a:defRPr>
            </a:lvl4pPr>
            <a:lvl5pPr algn="l">
              <a:defRPr sz="1800" b="0">
                <a:solidFill>
                  <a:srgbClr val="63666A"/>
                </a:solidFill>
                <a:latin typeface="Arial"/>
                <a:ea typeface="Arial"/>
                <a:cs typeface="Arial"/>
              </a:defRPr>
            </a:lvl5pPr>
            <a:lvl6pPr algn="l">
              <a:defRPr sz="1800" b="0">
                <a:solidFill>
                  <a:srgbClr val="63666A"/>
                </a:solidFill>
                <a:latin typeface="Arial"/>
                <a:ea typeface="Arial"/>
                <a:cs typeface="Arial"/>
              </a:defRPr>
            </a:lvl6pPr>
            <a:lvl7pPr algn="l">
              <a:defRPr sz="1800" b="0">
                <a:solidFill>
                  <a:srgbClr val="63666A"/>
                </a:solidFill>
                <a:latin typeface="Arial"/>
                <a:ea typeface="Arial"/>
                <a:cs typeface="Arial"/>
              </a:defRPr>
            </a:lvl7pPr>
            <a:lvl8pPr algn="l">
              <a:defRPr sz="1800" b="0">
                <a:solidFill>
                  <a:srgbClr val="63666A"/>
                </a:solidFill>
                <a:latin typeface="Arial"/>
                <a:ea typeface="Arial"/>
                <a:cs typeface="Arial"/>
              </a:defRPr>
            </a:lvl8pPr>
            <a:lvl9pPr algn="l">
              <a:defRPr sz="1800" b="0">
                <a:solidFill>
                  <a:srgbClr val="63666A"/>
                </a:solidFill>
                <a:latin typeface="Arial"/>
                <a:ea typeface="Arial"/>
                <a:cs typeface="Arial"/>
              </a:defRPr>
            </a:lvl9pPr>
          </a:lstStyle>
          <a:p xmlns:a="http://schemas.openxmlformats.org/drawingml/2006/main">
            <a:pPr algn="l">
              <a:defRPr sz="1800" b="0">
                <a:solidFill>
                  <a:srgbClr val="63666A"/>
                </a:solidFill>
                <a:latin typeface="Arial"/>
                <a:ea typeface="Arial"/>
                <a:cs typeface="Arial"/>
              </a:defRPr>
            </a:pPr>
            <a:r>
              <a:rPr sz="1800" b="0">
                <a:solidFill>
                  <a:srgbClr val="63666A"/>
                </a:solidFill>
                <a:latin typeface="Arial"/>
                <a:ea typeface="Arial"/>
                <a:cs typeface="Arial"/>
              </a:rPr>
              <a:t>Ejemplos trazables por identificador de actividad</a:t>
            </a:r>
          </a:p>
        </p:txBody>
      </p:sp>
      <p:sp>
        <p:nvSpPr>
          <p:cNvPr id="6" name="fuente">
            <a:extLst xmlns:a="http://schemas.openxmlformats.org/drawingml/2006/main">
              <a:ext uri="{FF2B5EF4-FFF2-40B4-BE49-F238E27FC236}">
                <a16:creationId xmlns:a16="http://schemas.microsoft.com/office/drawing/2014/main" id="{4BA6F133-812D-47AA-B0A9-3B3C0059BA75}"/>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7" name="pagina">
            <a:extLst xmlns:a="http://schemas.openxmlformats.org/drawingml/2006/main">
              <a:ext uri="{FF2B5EF4-FFF2-40B4-BE49-F238E27FC236}">
                <a16:creationId xmlns:a16="http://schemas.microsoft.com/office/drawing/2014/main" id="{BB0C0151-E6FE-4BB8-A0E7-3B54C8BC90F7}"/>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06</a:t>
            </a:r>
          </a:p>
        </p:txBody>
      </p:sp>
      <p:graphicFrame>
        <p:nvGraphicFramePr>
          <p:cNvPr id="8" name="">
            <a:extLst xmlns:a="http://schemas.openxmlformats.org/drawingml/2006/main">
              <a:ext uri="{FF2B5EF4-FFF2-40B4-BE49-F238E27FC236}">
                <a16:creationId xmlns:a16="http://schemas.microsoft.com/office/drawing/2014/main" id="{7152CA1C-0E61-495D-8EDD-B0413B3591B1}"/>
              </a:ext>
            </a:extLst>
          </p:cNvPr>
          <p:cNvGraphicFramePr/>
          <p:nvPr/>
        </p:nvGraphicFramePr>
        <p:xfrm>
          <a:off xmlns:a="http://schemas.openxmlformats.org/drawingml/2006/main" x="571500" y="2343150"/>
          <a:ext xmlns:a="http://schemas.openxmlformats.org/drawingml/2006/main" cx="11049000" cy="2571750"/>
        </p:xfrm>
        <a:graphic xmlns:a="http://schemas.openxmlformats.org/drawingml/2006/main">
          <a:graphicData uri="http://schemas.openxmlformats.org/drawingml/2006/table">
            <a:tbl>
              <a:tblPr/>
              <a:tblGrid>
                <a:gridCol w="6419850"/>
                <a:gridCol w="1543050"/>
                <a:gridCol w="1543050"/>
                <a:gridCol w="1543050"/>
              </a:tblGrid>
              <a:tr h="642938">
                <a:tc>
                  <a:txBody>
                    <a:bodyPr lIns="95250" tIns="95250" rIns="95250" bIns="95250">
                      <a:noAutofit/>
                    </a:bodyPr>
                    <a:lstStyle/>
                    <a:p>
                      <a:pPr algn="l"/>
                      <a:r>
                        <a:rPr sz="1725" b="1">
                          <a:solidFill>
                            <a:srgbClr val="FFFFFF"/>
                          </a:solidFill>
                          <a:latin typeface="Arial"/>
                          <a:ea typeface="Arial"/>
                          <a:cs typeface="Arial"/>
                        </a:rPr>
                        <a:t>Área y actividad</a:t>
                      </a:r>
                    </a:p>
                  </a:txBody>
                  <a:tcPr marL="91440" marR="91440" marT="45720" marB="45720" anchor="ctr">
                    <a:lnL w="5715">
                      <a:solidFill>
                        <a:srgbClr val="D9E2EB"/>
                      </a:solidFill>
                      <a:prstDash val="solid"/>
                    </a:lnL>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725" b="1">
                          <a:solidFill>
                            <a:srgbClr val="FFFFFF"/>
                          </a:solidFill>
                          <a:latin typeface="Arial"/>
                          <a:ea typeface="Arial"/>
                          <a:cs typeface="Arial"/>
                        </a:rPr>
                        <a:t>Territorio</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725" b="1">
                          <a:solidFill>
                            <a:srgbClr val="FFFFFF"/>
                          </a:solidFill>
                          <a:latin typeface="Arial"/>
                          <a:ea typeface="Arial"/>
                          <a:cs typeface="Arial"/>
                        </a:rPr>
                        <a:t>Población</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725" b="1">
                          <a:solidFill>
                            <a:srgbClr val="FFFFFF"/>
                          </a:solidFill>
                          <a:latin typeface="Arial"/>
                          <a:ea typeface="Arial"/>
                          <a:cs typeface="Arial"/>
                        </a:rPr>
                        <a:t>Diferencia</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r>
              <a:tr h="642938">
                <a:tc>
                  <a:txBody>
                    <a:bodyPr lIns="95250" tIns="95250" rIns="95250" bIns="95250">
                      <a:noAutofit/>
                    </a:bodyPr>
                    <a:lstStyle/>
                    <a:p>
                      <a:pPr algn="l"/>
                      <a:r>
                        <a:rPr sz="1800" b="0">
                          <a:solidFill>
                            <a:srgbClr val="182A3A"/>
                          </a:solidFill>
                          <a:latin typeface="Arial"/>
                          <a:ea typeface="Arial"/>
                          <a:cs typeface="Arial"/>
                        </a:rPr>
                        <a:t>Patrimonio: Cañada de la Virgen</a:t>
                      </a:r>
                    </a:p>
                    <a:p>
                      <a:pPr algn="l"/>
                      <a:r>
                        <a:rPr sz="1800" b="0">
                          <a:solidFill>
                            <a:srgbClr val="182A3A"/>
                          </a:solidFill>
                          <a:latin typeface="Arial"/>
                          <a:ea typeface="Arial"/>
                          <a:cs typeface="Arial"/>
                        </a:rPr>
                        <a:t>ACT-SCBV52724</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49,465</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211</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49,254</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642938">
                <a:tc>
                  <a:txBody>
                    <a:bodyPr lIns="95250" tIns="95250" rIns="95250" bIns="95250">
                      <a:noAutofit/>
                    </a:bodyPr>
                    <a:lstStyle/>
                    <a:p>
                      <a:pPr algn="l"/>
                      <a:r>
                        <a:rPr sz="1800" b="0">
                          <a:solidFill>
                            <a:srgbClr val="182A3A"/>
                          </a:solidFill>
                          <a:latin typeface="Arial"/>
                          <a:ea typeface="Arial"/>
                          <a:cs typeface="Arial"/>
                        </a:rPr>
                        <a:t>Formación: La Cocina del Noreste</a:t>
                      </a:r>
                    </a:p>
                    <a:p>
                      <a:pPr algn="l"/>
                      <a:r>
                        <a:rPr sz="1800" b="0">
                          <a:solidFill>
                            <a:srgbClr val="182A3A"/>
                          </a:solidFill>
                          <a:latin typeface="Arial"/>
                          <a:ea typeface="Arial"/>
                          <a:cs typeface="Arial"/>
                        </a:rPr>
                        <a:t>ACT-SCWH81648</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800" b="0">
                          <a:solidFill>
                            <a:srgbClr val="182A3A"/>
                          </a:solidFill>
                          <a:latin typeface="Arial"/>
                          <a:ea typeface="Arial"/>
                          <a:cs typeface="Arial"/>
                        </a:rPr>
                        <a:t>252</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800" b="0">
                          <a:solidFill>
                            <a:srgbClr val="182A3A"/>
                          </a:solidFill>
                          <a:latin typeface="Arial"/>
                          <a:ea typeface="Arial"/>
                          <a:cs typeface="Arial"/>
                        </a:rPr>
                        <a:t>1,512</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800" b="0">
                          <a:solidFill>
                            <a:srgbClr val="182A3A"/>
                          </a:solidFill>
                          <a:latin typeface="Arial"/>
                          <a:ea typeface="Arial"/>
                          <a:cs typeface="Arial"/>
                        </a:rPr>
                        <a:t>-1,260</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642938">
                <a:tc>
                  <a:txBody>
                    <a:bodyPr lIns="95250" tIns="95250" rIns="95250" bIns="95250">
                      <a:noAutofit/>
                    </a:bodyPr>
                    <a:lstStyle/>
                    <a:p>
                      <a:pPr algn="l"/>
                      <a:r>
                        <a:rPr sz="1800" b="0">
                          <a:solidFill>
                            <a:srgbClr val="182A3A"/>
                          </a:solidFill>
                          <a:latin typeface="Arial"/>
                          <a:ea typeface="Arial"/>
                          <a:cs typeface="Arial"/>
                        </a:rPr>
                        <a:t>Museos: Lectura de oráculos griegos</a:t>
                      </a:r>
                    </a:p>
                    <a:p>
                      <a:pPr algn="l"/>
                      <a:r>
                        <a:rPr sz="1800" b="0">
                          <a:solidFill>
                            <a:srgbClr val="182A3A"/>
                          </a:solidFill>
                          <a:latin typeface="Arial"/>
                          <a:ea typeface="Arial"/>
                          <a:cs typeface="Arial"/>
                        </a:rPr>
                        <a:t>ACT-SCYI34868</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96</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96</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bl>
          </a:graphicData>
        </a:graphic>
      </p:graphicFrame>
      <p:sp>
        <p:nvSpPr>
          <p:cNvPr id="9" name="pregunta">
            <a:extLst xmlns:a="http://schemas.openxmlformats.org/drawingml/2006/main">
              <a:ext uri="{FF2B5EF4-FFF2-40B4-BE49-F238E27FC236}">
                <a16:creationId xmlns:a16="http://schemas.microsoft.com/office/drawing/2014/main" id="{823297B5-9175-4AAF-82A3-FA190E1BC311}"/>
              </a:ext>
            </a:extLst>
          </p:cNvPr>
          <p:cNvSpPr>
            <a:spLocks xmlns:a="http://schemas.openxmlformats.org/drawingml/2006/main" noGrp="1"/>
          </p:cNvSpPr>
          <p:nvPr/>
        </p:nvSpPr>
        <p:spPr>
          <a:xfrm xmlns:a="http://schemas.openxmlformats.org/drawingml/2006/main">
            <a:off x="571500" y="52578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B87"/>
                </a:solidFill>
                <a:latin typeface="Arial"/>
                <a:ea typeface="Arial"/>
                <a:cs typeface="Arial"/>
              </a:defRPr>
            </a:defPPr>
            <a:lvl1pPr algn="l">
              <a:defRPr sz="2175" b="1">
                <a:solidFill>
                  <a:srgbClr val="004B87"/>
                </a:solidFill>
                <a:latin typeface="Arial"/>
                <a:ea typeface="Arial"/>
                <a:cs typeface="Arial"/>
              </a:defRPr>
            </a:lvl1pPr>
            <a:lvl2pPr algn="l">
              <a:defRPr sz="2175" b="1">
                <a:solidFill>
                  <a:srgbClr val="004B87"/>
                </a:solidFill>
                <a:latin typeface="Arial"/>
                <a:ea typeface="Arial"/>
                <a:cs typeface="Arial"/>
              </a:defRPr>
            </a:lvl2pPr>
            <a:lvl3pPr algn="l">
              <a:defRPr sz="2175" b="1">
                <a:solidFill>
                  <a:srgbClr val="004B87"/>
                </a:solidFill>
                <a:latin typeface="Arial"/>
                <a:ea typeface="Arial"/>
                <a:cs typeface="Arial"/>
              </a:defRPr>
            </a:lvl3pPr>
            <a:lvl4pPr algn="l">
              <a:defRPr sz="2175" b="1">
                <a:solidFill>
                  <a:srgbClr val="004B87"/>
                </a:solidFill>
                <a:latin typeface="Arial"/>
                <a:ea typeface="Arial"/>
                <a:cs typeface="Arial"/>
              </a:defRPr>
            </a:lvl4pPr>
            <a:lvl5pPr algn="l">
              <a:defRPr sz="2175" b="1">
                <a:solidFill>
                  <a:srgbClr val="004B87"/>
                </a:solidFill>
                <a:latin typeface="Arial"/>
                <a:ea typeface="Arial"/>
                <a:cs typeface="Arial"/>
              </a:defRPr>
            </a:lvl5pPr>
            <a:lvl6pPr algn="l">
              <a:defRPr sz="2175" b="1">
                <a:solidFill>
                  <a:srgbClr val="004B87"/>
                </a:solidFill>
                <a:latin typeface="Arial"/>
                <a:ea typeface="Arial"/>
                <a:cs typeface="Arial"/>
              </a:defRPr>
            </a:lvl6pPr>
            <a:lvl7pPr algn="l">
              <a:defRPr sz="2175" b="1">
                <a:solidFill>
                  <a:srgbClr val="004B87"/>
                </a:solidFill>
                <a:latin typeface="Arial"/>
                <a:ea typeface="Arial"/>
                <a:cs typeface="Arial"/>
              </a:defRPr>
            </a:lvl7pPr>
            <a:lvl8pPr algn="l">
              <a:defRPr sz="2175" b="1">
                <a:solidFill>
                  <a:srgbClr val="004B87"/>
                </a:solidFill>
                <a:latin typeface="Arial"/>
                <a:ea typeface="Arial"/>
                <a:cs typeface="Arial"/>
              </a:defRPr>
            </a:lvl8pPr>
            <a:lvl9pPr algn="l">
              <a:defRPr sz="2175" b="1">
                <a:solidFill>
                  <a:srgbClr val="004B87"/>
                </a:solidFill>
                <a:latin typeface="Arial"/>
                <a:ea typeface="Arial"/>
                <a:cs typeface="Arial"/>
              </a:defRPr>
            </a:lvl9pPr>
          </a:lstStyle>
          <a:p xmlns:a="http://schemas.openxmlformats.org/drawingml/2006/main">
            <a:pPr algn="l">
              <a:defRPr sz="2175" b="1">
                <a:solidFill>
                  <a:srgbClr val="004B87"/>
                </a:solidFill>
                <a:latin typeface="Arial"/>
                <a:ea typeface="Arial"/>
                <a:cs typeface="Arial"/>
              </a:defRPr>
            </a:pPr>
            <a:r>
              <a:rPr sz="2175" b="1">
                <a:solidFill>
                  <a:srgbClr val="004B87"/>
                </a:solidFill>
                <a:latin typeface="Arial"/>
                <a:ea typeface="Arial"/>
                <a:cs typeface="Arial"/>
              </a:rPr>
              <a:t>Pregunta de trabajo: ¿ambas fuentes reportan el mismo universo, periodo y criterio de conteo?</a:t>
            </a:r>
          </a:p>
        </p:txBody>
      </p:sp>
      <p:sp>
        <p:nvSpPr>
          <p:cNvPr id="10" name="advertencia">
            <a:extLst xmlns:a="http://schemas.openxmlformats.org/drawingml/2006/main">
              <a:ext uri="{FF2B5EF4-FFF2-40B4-BE49-F238E27FC236}">
                <a16:creationId xmlns:a16="http://schemas.microsoft.com/office/drawing/2014/main" id="{CC50E2FC-1D6C-4F93-9D04-11FFB5C00A8B}"/>
              </a:ext>
            </a:extLst>
          </p:cNvPr>
          <p:cNvSpPr>
            <a:spLocks xmlns:a="http://schemas.openxmlformats.org/drawingml/2006/main" noGrp="1"/>
          </p:cNvSpPr>
          <p:nvPr/>
        </p:nvSpPr>
        <p:spPr>
          <a:xfrm xmlns:a="http://schemas.openxmlformats.org/drawingml/2006/main">
            <a:off x="571500" y="6057900"/>
            <a:ext cx="1095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666A"/>
                </a:solidFill>
                <a:latin typeface="Arial"/>
                <a:ea typeface="Arial"/>
                <a:cs typeface="Arial"/>
              </a:defRPr>
            </a:defPPr>
            <a:lvl1pPr algn="l">
              <a:defRPr sz="1425" b="0">
                <a:solidFill>
                  <a:srgbClr val="63666A"/>
                </a:solidFill>
                <a:latin typeface="Arial"/>
                <a:ea typeface="Arial"/>
                <a:cs typeface="Arial"/>
              </a:defRPr>
            </a:lvl1pPr>
            <a:lvl2pPr algn="l">
              <a:defRPr sz="1425" b="0">
                <a:solidFill>
                  <a:srgbClr val="63666A"/>
                </a:solidFill>
                <a:latin typeface="Arial"/>
                <a:ea typeface="Arial"/>
                <a:cs typeface="Arial"/>
              </a:defRPr>
            </a:lvl2pPr>
            <a:lvl3pPr algn="l">
              <a:defRPr sz="1425" b="0">
                <a:solidFill>
                  <a:srgbClr val="63666A"/>
                </a:solidFill>
                <a:latin typeface="Arial"/>
                <a:ea typeface="Arial"/>
                <a:cs typeface="Arial"/>
              </a:defRPr>
            </a:lvl3pPr>
            <a:lvl4pPr algn="l">
              <a:defRPr sz="1425" b="0">
                <a:solidFill>
                  <a:srgbClr val="63666A"/>
                </a:solidFill>
                <a:latin typeface="Arial"/>
                <a:ea typeface="Arial"/>
                <a:cs typeface="Arial"/>
              </a:defRPr>
            </a:lvl4pPr>
            <a:lvl5pPr algn="l">
              <a:defRPr sz="1425" b="0">
                <a:solidFill>
                  <a:srgbClr val="63666A"/>
                </a:solidFill>
                <a:latin typeface="Arial"/>
                <a:ea typeface="Arial"/>
                <a:cs typeface="Arial"/>
              </a:defRPr>
            </a:lvl5pPr>
            <a:lvl6pPr algn="l">
              <a:defRPr sz="1425" b="0">
                <a:solidFill>
                  <a:srgbClr val="63666A"/>
                </a:solidFill>
                <a:latin typeface="Arial"/>
                <a:ea typeface="Arial"/>
                <a:cs typeface="Arial"/>
              </a:defRPr>
            </a:lvl6pPr>
            <a:lvl7pPr algn="l">
              <a:defRPr sz="1425" b="0">
                <a:solidFill>
                  <a:srgbClr val="63666A"/>
                </a:solidFill>
                <a:latin typeface="Arial"/>
                <a:ea typeface="Arial"/>
                <a:cs typeface="Arial"/>
              </a:defRPr>
            </a:lvl7pPr>
            <a:lvl8pPr algn="l">
              <a:defRPr sz="1425" b="0">
                <a:solidFill>
                  <a:srgbClr val="63666A"/>
                </a:solidFill>
                <a:latin typeface="Arial"/>
                <a:ea typeface="Arial"/>
                <a:cs typeface="Arial"/>
              </a:defRPr>
            </a:lvl8pPr>
            <a:lvl9pPr algn="l">
              <a:defRPr sz="1425" b="0">
                <a:solidFill>
                  <a:srgbClr val="63666A"/>
                </a:solidFill>
                <a:latin typeface="Arial"/>
                <a:ea typeface="Arial"/>
                <a:cs typeface="Arial"/>
              </a:defRPr>
            </a:lvl9pPr>
          </a:lstStyle>
          <a:p xmlns:a="http://schemas.openxmlformats.org/drawingml/2006/main">
            <a:pPr algn="l">
              <a:defRPr sz="1425" b="0">
                <a:solidFill>
                  <a:srgbClr val="63666A"/>
                </a:solidFill>
                <a:latin typeface="Arial"/>
                <a:ea typeface="Arial"/>
                <a:cs typeface="Arial"/>
              </a:defRPr>
            </a:pPr>
            <a:r>
              <a:rPr sz="1425" b="0">
                <a:solidFill>
                  <a:srgbClr val="63666A"/>
                </a:solidFill>
                <a:latin typeface="Arial"/>
                <a:ea typeface="Arial"/>
                <a:cs typeface="Arial"/>
              </a:rPr>
              <a:t>Diferencia = territorio menos población. Estos casos son alertas de revisión, no errores confirmados.</a:t>
            </a:r>
          </a:p>
        </p:txBody>
      </p:sp>
    </p:spTree>
    <p:extLst>
      <p:ext uri="{BB962C8B-B14F-4D97-AF65-F5344CB8AC3E}">
        <p14:creationId xmlns:p14="http://schemas.microsoft.com/office/powerpoint/2010/main" val="16742548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AD942D0E-2E59-49CD-B87B-4DEC94548416}"/>
              </a:ext>
            </a:extLst>
          </p:cNvPr>
          <p:cNvPicPr>
            <a:picLocks xmlns:a="http://schemas.openxmlformats.org/drawingml/2006/main" noChangeAspect="1"/>
          </p:cNvPicPr>
          <p:nvPr/>
        </p:nvPicPr>
        <p:blipFill>
          <a:blip xmlns:r="http://schemas.openxmlformats.org/officeDocument/2006/relationships" xmlns:a="http://schemas.openxmlformats.org/drawingml/2006/main" r:embed="R47477a98a252493f"/>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27B819F3-A797-4092-BF1A-A73125F7D158}"/>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ED41CA88-6A20-4802-A447-5F197C257710}"/>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B14C6955-FD5C-48A8-B129-135CD3A5063D}"/>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Anexo 2  Alcance del corte y cautelas</a:t>
            </a:r>
          </a:p>
        </p:txBody>
      </p:sp>
      <p:sp>
        <p:nvSpPr>
          <p:cNvPr id="5" name="fuente">
            <a:extLst xmlns:a="http://schemas.openxmlformats.org/drawingml/2006/main">
              <a:ext uri="{FF2B5EF4-FFF2-40B4-BE49-F238E27FC236}">
                <a16:creationId xmlns:a16="http://schemas.microsoft.com/office/drawing/2014/main" id="{920569A4-0F95-429F-8888-772E2CDF43B7}"/>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6" name="pagina">
            <a:extLst xmlns:a="http://schemas.openxmlformats.org/drawingml/2006/main">
              <a:ext uri="{FF2B5EF4-FFF2-40B4-BE49-F238E27FC236}">
                <a16:creationId xmlns:a16="http://schemas.microsoft.com/office/drawing/2014/main" id="{944F5C9E-1B96-4B46-B2E5-18FC985D8C2C}"/>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07</a:t>
            </a:r>
          </a:p>
        </p:txBody>
      </p:sp>
      <p:sp>
        <p:nvSpPr>
          <p:cNvPr id="7" name="rango-captura">
            <a:extLst xmlns:a="http://schemas.openxmlformats.org/drawingml/2006/main">
              <a:ext uri="{FF2B5EF4-FFF2-40B4-BE49-F238E27FC236}">
                <a16:creationId xmlns:a16="http://schemas.microsoft.com/office/drawing/2014/main" id="{9EB07F7C-6E6A-4E6B-8B88-D0A7BB2235CC}"/>
              </a:ext>
            </a:extLst>
          </p:cNvPr>
          <p:cNvSpPr>
            <a:spLocks xmlns:a="http://schemas.openxmlformats.org/drawingml/2006/main" noGrp="1"/>
          </p:cNvSpPr>
          <p:nvPr/>
        </p:nvSpPr>
        <p:spPr>
          <a:xfrm xmlns:a="http://schemas.openxmlformats.org/drawingml/2006/main">
            <a:off x="571500" y="21621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4B87"/>
                </a:solidFill>
                <a:latin typeface="Arial"/>
                <a:ea typeface="Arial"/>
                <a:cs typeface="Arial"/>
              </a:defRPr>
            </a:defPPr>
            <a:lvl1pPr algn="l">
              <a:defRPr sz="2250" b="1">
                <a:solidFill>
                  <a:srgbClr val="004B87"/>
                </a:solidFill>
                <a:latin typeface="Arial"/>
                <a:ea typeface="Arial"/>
                <a:cs typeface="Arial"/>
              </a:defRPr>
            </a:lvl1pPr>
            <a:lvl2pPr algn="l">
              <a:defRPr sz="2250" b="1">
                <a:solidFill>
                  <a:srgbClr val="004B87"/>
                </a:solidFill>
                <a:latin typeface="Arial"/>
                <a:ea typeface="Arial"/>
                <a:cs typeface="Arial"/>
              </a:defRPr>
            </a:lvl2pPr>
            <a:lvl3pPr algn="l">
              <a:defRPr sz="2250" b="1">
                <a:solidFill>
                  <a:srgbClr val="004B87"/>
                </a:solidFill>
                <a:latin typeface="Arial"/>
                <a:ea typeface="Arial"/>
                <a:cs typeface="Arial"/>
              </a:defRPr>
            </a:lvl3pPr>
            <a:lvl4pPr algn="l">
              <a:defRPr sz="2250" b="1">
                <a:solidFill>
                  <a:srgbClr val="004B87"/>
                </a:solidFill>
                <a:latin typeface="Arial"/>
                <a:ea typeface="Arial"/>
                <a:cs typeface="Arial"/>
              </a:defRPr>
            </a:lvl4pPr>
            <a:lvl5pPr algn="l">
              <a:defRPr sz="2250" b="1">
                <a:solidFill>
                  <a:srgbClr val="004B87"/>
                </a:solidFill>
                <a:latin typeface="Arial"/>
                <a:ea typeface="Arial"/>
                <a:cs typeface="Arial"/>
              </a:defRPr>
            </a:lvl5pPr>
            <a:lvl6pPr algn="l">
              <a:defRPr sz="2250" b="1">
                <a:solidFill>
                  <a:srgbClr val="004B87"/>
                </a:solidFill>
                <a:latin typeface="Arial"/>
                <a:ea typeface="Arial"/>
                <a:cs typeface="Arial"/>
              </a:defRPr>
            </a:lvl6pPr>
            <a:lvl7pPr algn="l">
              <a:defRPr sz="2250" b="1">
                <a:solidFill>
                  <a:srgbClr val="004B87"/>
                </a:solidFill>
                <a:latin typeface="Arial"/>
                <a:ea typeface="Arial"/>
                <a:cs typeface="Arial"/>
              </a:defRPr>
            </a:lvl7pPr>
            <a:lvl8pPr algn="l">
              <a:defRPr sz="2250" b="1">
                <a:solidFill>
                  <a:srgbClr val="004B87"/>
                </a:solidFill>
                <a:latin typeface="Arial"/>
                <a:ea typeface="Arial"/>
                <a:cs typeface="Arial"/>
              </a:defRPr>
            </a:lvl8pPr>
            <a:lvl9pPr algn="l">
              <a:defRPr sz="2250" b="1">
                <a:solidFill>
                  <a:srgbClr val="004B87"/>
                </a:solidFill>
                <a:latin typeface="Arial"/>
                <a:ea typeface="Arial"/>
                <a:cs typeface="Arial"/>
              </a:defRPr>
            </a:lvl9pPr>
          </a:lstStyle>
          <a:p xmlns:a="http://schemas.openxmlformats.org/drawingml/2006/main">
            <a:pPr algn="l">
              <a:defRPr sz="2250" b="1">
                <a:solidFill>
                  <a:srgbClr val="004B87"/>
                </a:solidFill>
                <a:latin typeface="Arial"/>
                <a:ea typeface="Arial"/>
                <a:cs typeface="Arial"/>
              </a:defRPr>
            </a:pPr>
            <a:r>
              <a:rPr sz="2250" b="1">
                <a:solidFill>
                  <a:srgbClr val="004B87"/>
                </a:solidFill>
                <a:latin typeface="Arial"/>
                <a:ea typeface="Arial"/>
                <a:cs typeface="Arial"/>
              </a:rPr>
              <a:t>Captura en plataforma</a:t>
            </a:r>
          </a:p>
        </p:txBody>
      </p:sp>
      <p:sp>
        <p:nvSpPr>
          <p:cNvPr id="8" name="valor-captura">
            <a:extLst xmlns:a="http://schemas.openxmlformats.org/drawingml/2006/main">
              <a:ext uri="{FF2B5EF4-FFF2-40B4-BE49-F238E27FC236}">
                <a16:creationId xmlns:a16="http://schemas.microsoft.com/office/drawing/2014/main" id="{E101655A-9A1E-4D12-8D9E-E806D2F0E294}"/>
              </a:ext>
            </a:extLst>
          </p:cNvPr>
          <p:cNvSpPr>
            <a:spLocks xmlns:a="http://schemas.openxmlformats.org/drawingml/2006/main" noGrp="1"/>
          </p:cNvSpPr>
          <p:nvPr/>
        </p:nvSpPr>
        <p:spPr>
          <a:xfrm xmlns:a="http://schemas.openxmlformats.org/drawingml/2006/main">
            <a:off x="571500" y="266700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A3A"/>
                </a:solidFill>
                <a:latin typeface="Arial"/>
                <a:ea typeface="Arial"/>
                <a:cs typeface="Arial"/>
              </a:defRPr>
            </a:defPPr>
            <a:lvl1pPr algn="l">
              <a:defRPr sz="2250" b="0">
                <a:solidFill>
                  <a:srgbClr val="182A3A"/>
                </a:solidFill>
                <a:latin typeface="Arial"/>
                <a:ea typeface="Arial"/>
                <a:cs typeface="Arial"/>
              </a:defRPr>
            </a:lvl1pPr>
            <a:lvl2pPr algn="l">
              <a:defRPr sz="2250" b="0">
                <a:solidFill>
                  <a:srgbClr val="182A3A"/>
                </a:solidFill>
                <a:latin typeface="Arial"/>
                <a:ea typeface="Arial"/>
                <a:cs typeface="Arial"/>
              </a:defRPr>
            </a:lvl2pPr>
            <a:lvl3pPr algn="l">
              <a:defRPr sz="2250" b="0">
                <a:solidFill>
                  <a:srgbClr val="182A3A"/>
                </a:solidFill>
                <a:latin typeface="Arial"/>
                <a:ea typeface="Arial"/>
                <a:cs typeface="Arial"/>
              </a:defRPr>
            </a:lvl3pPr>
            <a:lvl4pPr algn="l">
              <a:defRPr sz="2250" b="0">
                <a:solidFill>
                  <a:srgbClr val="182A3A"/>
                </a:solidFill>
                <a:latin typeface="Arial"/>
                <a:ea typeface="Arial"/>
                <a:cs typeface="Arial"/>
              </a:defRPr>
            </a:lvl4pPr>
            <a:lvl5pPr algn="l">
              <a:defRPr sz="2250" b="0">
                <a:solidFill>
                  <a:srgbClr val="182A3A"/>
                </a:solidFill>
                <a:latin typeface="Arial"/>
                <a:ea typeface="Arial"/>
                <a:cs typeface="Arial"/>
              </a:defRPr>
            </a:lvl5pPr>
            <a:lvl6pPr algn="l">
              <a:defRPr sz="2250" b="0">
                <a:solidFill>
                  <a:srgbClr val="182A3A"/>
                </a:solidFill>
                <a:latin typeface="Arial"/>
                <a:ea typeface="Arial"/>
                <a:cs typeface="Arial"/>
              </a:defRPr>
            </a:lvl6pPr>
            <a:lvl7pPr algn="l">
              <a:defRPr sz="2250" b="0">
                <a:solidFill>
                  <a:srgbClr val="182A3A"/>
                </a:solidFill>
                <a:latin typeface="Arial"/>
                <a:ea typeface="Arial"/>
                <a:cs typeface="Arial"/>
              </a:defRPr>
            </a:lvl7pPr>
            <a:lvl8pPr algn="l">
              <a:defRPr sz="2250" b="0">
                <a:solidFill>
                  <a:srgbClr val="182A3A"/>
                </a:solidFill>
                <a:latin typeface="Arial"/>
                <a:ea typeface="Arial"/>
                <a:cs typeface="Arial"/>
              </a:defRPr>
            </a:lvl8pPr>
            <a:lvl9pPr algn="l">
              <a:defRPr sz="2250" b="0">
                <a:solidFill>
                  <a:srgbClr val="182A3A"/>
                </a:solidFill>
                <a:latin typeface="Arial"/>
                <a:ea typeface="Arial"/>
                <a:cs typeface="Arial"/>
              </a:defRPr>
            </a:lvl9pPr>
          </a:lstStyle>
          <a:p xmlns:a="http://schemas.openxmlformats.org/drawingml/2006/main">
            <a:pPr algn="l">
              <a:defRPr sz="2250" b="0">
                <a:solidFill>
                  <a:srgbClr val="182A3A"/>
                </a:solidFill>
                <a:latin typeface="Arial"/>
                <a:ea typeface="Arial"/>
                <a:cs typeface="Arial"/>
              </a:defRPr>
            </a:pPr>
            <a:r>
              <a:rPr sz="2250" b="0">
                <a:solidFill>
                  <a:srgbClr val="182A3A"/>
                </a:solidFill>
                <a:latin typeface="Arial"/>
                <a:ea typeface="Arial"/>
                <a:cs typeface="Arial"/>
              </a:rPr>
              <a:t>4 jun a 21 oct de 2026</a:t>
            </a:r>
          </a:p>
        </p:txBody>
      </p:sp>
      <p:sp>
        <p:nvSpPr>
          <p:cNvPr id="9" name="rango-actividad">
            <a:extLst xmlns:a="http://schemas.openxmlformats.org/drawingml/2006/main">
              <a:ext uri="{FF2B5EF4-FFF2-40B4-BE49-F238E27FC236}">
                <a16:creationId xmlns:a16="http://schemas.microsoft.com/office/drawing/2014/main" id="{43E989E4-FC08-454D-8E8A-789D211C6C69}"/>
              </a:ext>
            </a:extLst>
          </p:cNvPr>
          <p:cNvSpPr>
            <a:spLocks xmlns:a="http://schemas.openxmlformats.org/drawingml/2006/main" noGrp="1"/>
          </p:cNvSpPr>
          <p:nvPr/>
        </p:nvSpPr>
        <p:spPr>
          <a:xfrm xmlns:a="http://schemas.openxmlformats.org/drawingml/2006/main">
            <a:off x="6286500" y="21621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4B87"/>
                </a:solidFill>
                <a:latin typeface="Arial"/>
                <a:ea typeface="Arial"/>
                <a:cs typeface="Arial"/>
              </a:defRPr>
            </a:defPPr>
            <a:lvl1pPr algn="l">
              <a:defRPr sz="2250" b="1">
                <a:solidFill>
                  <a:srgbClr val="004B87"/>
                </a:solidFill>
                <a:latin typeface="Arial"/>
                <a:ea typeface="Arial"/>
                <a:cs typeface="Arial"/>
              </a:defRPr>
            </a:lvl1pPr>
            <a:lvl2pPr algn="l">
              <a:defRPr sz="2250" b="1">
                <a:solidFill>
                  <a:srgbClr val="004B87"/>
                </a:solidFill>
                <a:latin typeface="Arial"/>
                <a:ea typeface="Arial"/>
                <a:cs typeface="Arial"/>
              </a:defRPr>
            </a:lvl2pPr>
            <a:lvl3pPr algn="l">
              <a:defRPr sz="2250" b="1">
                <a:solidFill>
                  <a:srgbClr val="004B87"/>
                </a:solidFill>
                <a:latin typeface="Arial"/>
                <a:ea typeface="Arial"/>
                <a:cs typeface="Arial"/>
              </a:defRPr>
            </a:lvl3pPr>
            <a:lvl4pPr algn="l">
              <a:defRPr sz="2250" b="1">
                <a:solidFill>
                  <a:srgbClr val="004B87"/>
                </a:solidFill>
                <a:latin typeface="Arial"/>
                <a:ea typeface="Arial"/>
                <a:cs typeface="Arial"/>
              </a:defRPr>
            </a:lvl4pPr>
            <a:lvl5pPr algn="l">
              <a:defRPr sz="2250" b="1">
                <a:solidFill>
                  <a:srgbClr val="004B87"/>
                </a:solidFill>
                <a:latin typeface="Arial"/>
                <a:ea typeface="Arial"/>
                <a:cs typeface="Arial"/>
              </a:defRPr>
            </a:lvl5pPr>
            <a:lvl6pPr algn="l">
              <a:defRPr sz="2250" b="1">
                <a:solidFill>
                  <a:srgbClr val="004B87"/>
                </a:solidFill>
                <a:latin typeface="Arial"/>
                <a:ea typeface="Arial"/>
                <a:cs typeface="Arial"/>
              </a:defRPr>
            </a:lvl6pPr>
            <a:lvl7pPr algn="l">
              <a:defRPr sz="2250" b="1">
                <a:solidFill>
                  <a:srgbClr val="004B87"/>
                </a:solidFill>
                <a:latin typeface="Arial"/>
                <a:ea typeface="Arial"/>
                <a:cs typeface="Arial"/>
              </a:defRPr>
            </a:lvl7pPr>
            <a:lvl8pPr algn="l">
              <a:defRPr sz="2250" b="1">
                <a:solidFill>
                  <a:srgbClr val="004B87"/>
                </a:solidFill>
                <a:latin typeface="Arial"/>
                <a:ea typeface="Arial"/>
                <a:cs typeface="Arial"/>
              </a:defRPr>
            </a:lvl8pPr>
            <a:lvl9pPr algn="l">
              <a:defRPr sz="2250" b="1">
                <a:solidFill>
                  <a:srgbClr val="004B87"/>
                </a:solidFill>
                <a:latin typeface="Arial"/>
                <a:ea typeface="Arial"/>
                <a:cs typeface="Arial"/>
              </a:defRPr>
            </a:lvl9pPr>
          </a:lstStyle>
          <a:p xmlns:a="http://schemas.openxmlformats.org/drawingml/2006/main">
            <a:pPr algn="l">
              <a:defRPr sz="2250" b="1">
                <a:solidFill>
                  <a:srgbClr val="004B87"/>
                </a:solidFill>
                <a:latin typeface="Arial"/>
                <a:ea typeface="Arial"/>
                <a:cs typeface="Arial"/>
              </a:defRPr>
            </a:pPr>
            <a:r>
              <a:rPr sz="2250" b="1">
                <a:solidFill>
                  <a:srgbClr val="004B87"/>
                </a:solidFill>
                <a:latin typeface="Arial"/>
                <a:ea typeface="Arial"/>
                <a:cs typeface="Arial"/>
              </a:rPr>
              <a:t>Inicio de actividades reportadas</a:t>
            </a:r>
          </a:p>
        </p:txBody>
      </p:sp>
      <p:sp>
        <p:nvSpPr>
          <p:cNvPr id="10" name="valor-actividad">
            <a:extLst xmlns:a="http://schemas.openxmlformats.org/drawingml/2006/main">
              <a:ext uri="{FF2B5EF4-FFF2-40B4-BE49-F238E27FC236}">
                <a16:creationId xmlns:a16="http://schemas.microsoft.com/office/drawing/2014/main" id="{4A706C96-018C-461A-B8AB-7612BBF88C6D}"/>
              </a:ext>
            </a:extLst>
          </p:cNvPr>
          <p:cNvSpPr>
            <a:spLocks xmlns:a="http://schemas.openxmlformats.org/drawingml/2006/main" noGrp="1"/>
          </p:cNvSpPr>
          <p:nvPr/>
        </p:nvSpPr>
        <p:spPr>
          <a:xfrm xmlns:a="http://schemas.openxmlformats.org/drawingml/2006/main">
            <a:off x="6286500" y="2667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A3A"/>
                </a:solidFill>
                <a:latin typeface="Arial"/>
                <a:ea typeface="Arial"/>
                <a:cs typeface="Arial"/>
              </a:defRPr>
            </a:defPPr>
            <a:lvl1pPr algn="l">
              <a:defRPr sz="2250" b="0">
                <a:solidFill>
                  <a:srgbClr val="182A3A"/>
                </a:solidFill>
                <a:latin typeface="Arial"/>
                <a:ea typeface="Arial"/>
                <a:cs typeface="Arial"/>
              </a:defRPr>
            </a:lvl1pPr>
            <a:lvl2pPr algn="l">
              <a:defRPr sz="2250" b="0">
                <a:solidFill>
                  <a:srgbClr val="182A3A"/>
                </a:solidFill>
                <a:latin typeface="Arial"/>
                <a:ea typeface="Arial"/>
                <a:cs typeface="Arial"/>
              </a:defRPr>
            </a:lvl2pPr>
            <a:lvl3pPr algn="l">
              <a:defRPr sz="2250" b="0">
                <a:solidFill>
                  <a:srgbClr val="182A3A"/>
                </a:solidFill>
                <a:latin typeface="Arial"/>
                <a:ea typeface="Arial"/>
                <a:cs typeface="Arial"/>
              </a:defRPr>
            </a:lvl3pPr>
            <a:lvl4pPr algn="l">
              <a:defRPr sz="2250" b="0">
                <a:solidFill>
                  <a:srgbClr val="182A3A"/>
                </a:solidFill>
                <a:latin typeface="Arial"/>
                <a:ea typeface="Arial"/>
                <a:cs typeface="Arial"/>
              </a:defRPr>
            </a:lvl4pPr>
            <a:lvl5pPr algn="l">
              <a:defRPr sz="2250" b="0">
                <a:solidFill>
                  <a:srgbClr val="182A3A"/>
                </a:solidFill>
                <a:latin typeface="Arial"/>
                <a:ea typeface="Arial"/>
                <a:cs typeface="Arial"/>
              </a:defRPr>
            </a:lvl5pPr>
            <a:lvl6pPr algn="l">
              <a:defRPr sz="2250" b="0">
                <a:solidFill>
                  <a:srgbClr val="182A3A"/>
                </a:solidFill>
                <a:latin typeface="Arial"/>
                <a:ea typeface="Arial"/>
                <a:cs typeface="Arial"/>
              </a:defRPr>
            </a:lvl6pPr>
            <a:lvl7pPr algn="l">
              <a:defRPr sz="2250" b="0">
                <a:solidFill>
                  <a:srgbClr val="182A3A"/>
                </a:solidFill>
                <a:latin typeface="Arial"/>
                <a:ea typeface="Arial"/>
                <a:cs typeface="Arial"/>
              </a:defRPr>
            </a:lvl7pPr>
            <a:lvl8pPr algn="l">
              <a:defRPr sz="2250" b="0">
                <a:solidFill>
                  <a:srgbClr val="182A3A"/>
                </a:solidFill>
                <a:latin typeface="Arial"/>
                <a:ea typeface="Arial"/>
                <a:cs typeface="Arial"/>
              </a:defRPr>
            </a:lvl8pPr>
            <a:lvl9pPr algn="l">
              <a:defRPr sz="2250" b="0">
                <a:solidFill>
                  <a:srgbClr val="182A3A"/>
                </a:solidFill>
                <a:latin typeface="Arial"/>
                <a:ea typeface="Arial"/>
                <a:cs typeface="Arial"/>
              </a:defRPr>
            </a:lvl9pPr>
          </a:lstStyle>
          <a:p xmlns:a="http://schemas.openxmlformats.org/drawingml/2006/main">
            <a:pPr algn="l">
              <a:defRPr sz="2250" b="0">
                <a:solidFill>
                  <a:srgbClr val="182A3A"/>
                </a:solidFill>
                <a:latin typeface="Arial"/>
                <a:ea typeface="Arial"/>
                <a:cs typeface="Arial"/>
              </a:defRPr>
            </a:pPr>
            <a:r>
              <a:rPr sz="2250" b="0">
                <a:solidFill>
                  <a:srgbClr val="182A3A"/>
                </a:solidFill>
                <a:latin typeface="Arial"/>
                <a:ea typeface="Arial"/>
                <a:cs typeface="Arial"/>
              </a:rPr>
              <a:t>1 ene a 11 oct de 2026</a:t>
            </a:r>
          </a:p>
        </p:txBody>
      </p:sp>
      <p:sp>
        <p:nvSpPr>
          <p:cNvPr id="11" name="fecha-fin">
            <a:extLst xmlns:a="http://schemas.openxmlformats.org/drawingml/2006/main">
              <a:ext uri="{FF2B5EF4-FFF2-40B4-BE49-F238E27FC236}">
                <a16:creationId xmlns:a16="http://schemas.microsoft.com/office/drawing/2014/main" id="{5069C173-6E8D-4452-9C8C-EC918A4A96AA}"/>
              </a:ext>
            </a:extLst>
          </p:cNvPr>
          <p:cNvSpPr>
            <a:spLocks xmlns:a="http://schemas.openxmlformats.org/drawingml/2006/main" noGrp="1"/>
          </p:cNvSpPr>
          <p:nvPr/>
        </p:nvSpPr>
        <p:spPr>
          <a:xfrm xmlns:a="http://schemas.openxmlformats.org/drawingml/2006/main">
            <a:off x="571500" y="333375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3666A"/>
                </a:solidFill>
                <a:latin typeface="Arial"/>
                <a:ea typeface="Arial"/>
                <a:cs typeface="Arial"/>
              </a:defRPr>
            </a:defPPr>
            <a:lvl1pPr algn="l">
              <a:defRPr sz="1950" b="0">
                <a:solidFill>
                  <a:srgbClr val="63666A"/>
                </a:solidFill>
                <a:latin typeface="Arial"/>
                <a:ea typeface="Arial"/>
                <a:cs typeface="Arial"/>
              </a:defRPr>
            </a:lvl1pPr>
            <a:lvl2pPr algn="l">
              <a:defRPr sz="1950" b="0">
                <a:solidFill>
                  <a:srgbClr val="63666A"/>
                </a:solidFill>
                <a:latin typeface="Arial"/>
                <a:ea typeface="Arial"/>
                <a:cs typeface="Arial"/>
              </a:defRPr>
            </a:lvl2pPr>
            <a:lvl3pPr algn="l">
              <a:defRPr sz="1950" b="0">
                <a:solidFill>
                  <a:srgbClr val="63666A"/>
                </a:solidFill>
                <a:latin typeface="Arial"/>
                <a:ea typeface="Arial"/>
                <a:cs typeface="Arial"/>
              </a:defRPr>
            </a:lvl3pPr>
            <a:lvl4pPr algn="l">
              <a:defRPr sz="1950" b="0">
                <a:solidFill>
                  <a:srgbClr val="63666A"/>
                </a:solidFill>
                <a:latin typeface="Arial"/>
                <a:ea typeface="Arial"/>
                <a:cs typeface="Arial"/>
              </a:defRPr>
            </a:lvl4pPr>
            <a:lvl5pPr algn="l">
              <a:defRPr sz="1950" b="0">
                <a:solidFill>
                  <a:srgbClr val="63666A"/>
                </a:solidFill>
                <a:latin typeface="Arial"/>
                <a:ea typeface="Arial"/>
                <a:cs typeface="Arial"/>
              </a:defRPr>
            </a:lvl5pPr>
            <a:lvl6pPr algn="l">
              <a:defRPr sz="1950" b="0">
                <a:solidFill>
                  <a:srgbClr val="63666A"/>
                </a:solidFill>
                <a:latin typeface="Arial"/>
                <a:ea typeface="Arial"/>
                <a:cs typeface="Arial"/>
              </a:defRPr>
            </a:lvl6pPr>
            <a:lvl7pPr algn="l">
              <a:defRPr sz="1950" b="0">
                <a:solidFill>
                  <a:srgbClr val="63666A"/>
                </a:solidFill>
                <a:latin typeface="Arial"/>
                <a:ea typeface="Arial"/>
                <a:cs typeface="Arial"/>
              </a:defRPr>
            </a:lvl7pPr>
            <a:lvl8pPr algn="l">
              <a:defRPr sz="1950" b="0">
                <a:solidFill>
                  <a:srgbClr val="63666A"/>
                </a:solidFill>
                <a:latin typeface="Arial"/>
                <a:ea typeface="Arial"/>
                <a:cs typeface="Arial"/>
              </a:defRPr>
            </a:lvl8pPr>
            <a:lvl9pPr algn="l">
              <a:defRPr sz="1950" b="0">
                <a:solidFill>
                  <a:srgbClr val="63666A"/>
                </a:solidFill>
                <a:latin typeface="Arial"/>
                <a:ea typeface="Arial"/>
                <a:cs typeface="Arial"/>
              </a:defRPr>
            </a:lvl9pPr>
          </a:lstStyle>
          <a:p xmlns:a="http://schemas.openxmlformats.org/drawingml/2006/main">
            <a:pPr algn="l">
              <a:defRPr sz="1950" b="0">
                <a:solidFill>
                  <a:srgbClr val="63666A"/>
                </a:solidFill>
                <a:latin typeface="Arial"/>
                <a:ea typeface="Arial"/>
                <a:cs typeface="Arial"/>
              </a:defRPr>
            </a:pPr>
            <a:r>
              <a:rPr sz="1950" b="0">
                <a:solidFill>
                  <a:srgbClr val="63666A"/>
                </a:solidFill>
                <a:latin typeface="Arial"/>
                <a:ea typeface="Arial"/>
                <a:cs typeface="Arial"/>
              </a:rPr>
              <a:t>Algunos registros terminan después del corte, incluso en 2027. Las 576 actividades son registros acumulados, no actividades concluidas.</a:t>
            </a:r>
          </a:p>
        </p:txBody>
      </p:sp>
      <p:sp>
        <p:nvSpPr>
          <p:cNvPr id="12" name="alerta-calculo">
            <a:extLst xmlns:a="http://schemas.openxmlformats.org/drawingml/2006/main">
              <a:ext uri="{FF2B5EF4-FFF2-40B4-BE49-F238E27FC236}">
                <a16:creationId xmlns:a16="http://schemas.microsoft.com/office/drawing/2014/main" id="{3CB26F35-5772-4A8C-8E34-2EBF982E806F}"/>
              </a:ext>
            </a:extLst>
          </p:cNvPr>
          <p:cNvSpPr>
            <a:spLocks xmlns:a="http://schemas.openxmlformats.org/drawingml/2006/main" noGrp="1"/>
          </p:cNvSpPr>
          <p:nvPr/>
        </p:nvSpPr>
        <p:spPr>
          <a:xfrm xmlns:a="http://schemas.openxmlformats.org/drawingml/2006/main">
            <a:off x="571500" y="43815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4B87"/>
                </a:solidFill>
                <a:latin typeface="Arial"/>
                <a:ea typeface="Arial"/>
                <a:cs typeface="Arial"/>
              </a:defRPr>
            </a:defPPr>
            <a:lvl1pPr algn="l">
              <a:defRPr sz="2400" b="1">
                <a:solidFill>
                  <a:srgbClr val="004B87"/>
                </a:solidFill>
                <a:latin typeface="Arial"/>
                <a:ea typeface="Arial"/>
                <a:cs typeface="Arial"/>
              </a:defRPr>
            </a:lvl1pPr>
            <a:lvl2pPr algn="l">
              <a:defRPr sz="2400" b="1">
                <a:solidFill>
                  <a:srgbClr val="004B87"/>
                </a:solidFill>
                <a:latin typeface="Arial"/>
                <a:ea typeface="Arial"/>
                <a:cs typeface="Arial"/>
              </a:defRPr>
            </a:lvl2pPr>
            <a:lvl3pPr algn="l">
              <a:defRPr sz="2400" b="1">
                <a:solidFill>
                  <a:srgbClr val="004B87"/>
                </a:solidFill>
                <a:latin typeface="Arial"/>
                <a:ea typeface="Arial"/>
                <a:cs typeface="Arial"/>
              </a:defRPr>
            </a:lvl3pPr>
            <a:lvl4pPr algn="l">
              <a:defRPr sz="2400" b="1">
                <a:solidFill>
                  <a:srgbClr val="004B87"/>
                </a:solidFill>
                <a:latin typeface="Arial"/>
                <a:ea typeface="Arial"/>
                <a:cs typeface="Arial"/>
              </a:defRPr>
            </a:lvl4pPr>
            <a:lvl5pPr algn="l">
              <a:defRPr sz="2400" b="1">
                <a:solidFill>
                  <a:srgbClr val="004B87"/>
                </a:solidFill>
                <a:latin typeface="Arial"/>
                <a:ea typeface="Arial"/>
                <a:cs typeface="Arial"/>
              </a:defRPr>
            </a:lvl5pPr>
            <a:lvl6pPr algn="l">
              <a:defRPr sz="2400" b="1">
                <a:solidFill>
                  <a:srgbClr val="004B87"/>
                </a:solidFill>
                <a:latin typeface="Arial"/>
                <a:ea typeface="Arial"/>
                <a:cs typeface="Arial"/>
              </a:defRPr>
            </a:lvl6pPr>
            <a:lvl7pPr algn="l">
              <a:defRPr sz="2400" b="1">
                <a:solidFill>
                  <a:srgbClr val="004B87"/>
                </a:solidFill>
                <a:latin typeface="Arial"/>
                <a:ea typeface="Arial"/>
                <a:cs typeface="Arial"/>
              </a:defRPr>
            </a:lvl7pPr>
            <a:lvl8pPr algn="l">
              <a:defRPr sz="2400" b="1">
                <a:solidFill>
                  <a:srgbClr val="004B87"/>
                </a:solidFill>
                <a:latin typeface="Arial"/>
                <a:ea typeface="Arial"/>
                <a:cs typeface="Arial"/>
              </a:defRPr>
            </a:lvl8pPr>
            <a:lvl9pPr algn="l">
              <a:defRPr sz="2400" b="1">
                <a:solidFill>
                  <a:srgbClr val="004B87"/>
                </a:solidFill>
                <a:latin typeface="Arial"/>
                <a:ea typeface="Arial"/>
                <a:cs typeface="Arial"/>
              </a:defRPr>
            </a:lvl9pPr>
          </a:lstStyle>
          <a:p xmlns:a="http://schemas.openxmlformats.org/drawingml/2006/main">
            <a:pPr algn="l">
              <a:defRPr sz="2400" b="1">
                <a:solidFill>
                  <a:srgbClr val="004B87"/>
                </a:solidFill>
                <a:latin typeface="Arial"/>
                <a:ea typeface="Arial"/>
                <a:cs typeface="Arial"/>
              </a:defRPr>
            </a:pPr>
            <a:r>
              <a:rPr sz="2400" b="1">
                <a:solidFill>
                  <a:srgbClr val="004B87"/>
                </a:solidFill>
                <a:latin typeface="Arial"/>
                <a:ea typeface="Arial"/>
                <a:cs typeface="Arial"/>
              </a:rPr>
              <a:t>Alerta técnica de indicadores oficiales</a:t>
            </a:r>
          </a:p>
        </p:txBody>
      </p:sp>
      <p:sp>
        <p:nvSpPr>
          <p:cNvPr id="13" name="detalle-alerta">
            <a:extLst xmlns:a="http://schemas.openxmlformats.org/drawingml/2006/main">
              <a:ext uri="{FF2B5EF4-FFF2-40B4-BE49-F238E27FC236}">
                <a16:creationId xmlns:a16="http://schemas.microsoft.com/office/drawing/2014/main" id="{4F698470-E471-459B-BDB1-7D067A5199CF}"/>
              </a:ext>
            </a:extLst>
          </p:cNvPr>
          <p:cNvSpPr>
            <a:spLocks xmlns:a="http://schemas.openxmlformats.org/drawingml/2006/main" noGrp="1"/>
          </p:cNvSpPr>
          <p:nvPr/>
        </p:nvSpPr>
        <p:spPr>
          <a:xfrm xmlns:a="http://schemas.openxmlformats.org/drawingml/2006/main">
            <a:off x="571500" y="489585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A3A"/>
                </a:solidFill>
                <a:latin typeface="Arial"/>
                <a:ea typeface="Arial"/>
                <a:cs typeface="Arial"/>
              </a:defRPr>
            </a:defPPr>
            <a:lvl1pPr algn="l">
              <a:defRPr sz="2025" b="0">
                <a:solidFill>
                  <a:srgbClr val="182A3A"/>
                </a:solidFill>
                <a:latin typeface="Arial"/>
                <a:ea typeface="Arial"/>
                <a:cs typeface="Arial"/>
              </a:defRPr>
            </a:lvl1pPr>
            <a:lvl2pPr algn="l">
              <a:defRPr sz="2025" b="0">
                <a:solidFill>
                  <a:srgbClr val="182A3A"/>
                </a:solidFill>
                <a:latin typeface="Arial"/>
                <a:ea typeface="Arial"/>
                <a:cs typeface="Arial"/>
              </a:defRPr>
            </a:lvl2pPr>
            <a:lvl3pPr algn="l">
              <a:defRPr sz="2025" b="0">
                <a:solidFill>
                  <a:srgbClr val="182A3A"/>
                </a:solidFill>
                <a:latin typeface="Arial"/>
                <a:ea typeface="Arial"/>
                <a:cs typeface="Arial"/>
              </a:defRPr>
            </a:lvl3pPr>
            <a:lvl4pPr algn="l">
              <a:defRPr sz="2025" b="0">
                <a:solidFill>
                  <a:srgbClr val="182A3A"/>
                </a:solidFill>
                <a:latin typeface="Arial"/>
                <a:ea typeface="Arial"/>
                <a:cs typeface="Arial"/>
              </a:defRPr>
            </a:lvl4pPr>
            <a:lvl5pPr algn="l">
              <a:defRPr sz="2025" b="0">
                <a:solidFill>
                  <a:srgbClr val="182A3A"/>
                </a:solidFill>
                <a:latin typeface="Arial"/>
                <a:ea typeface="Arial"/>
                <a:cs typeface="Arial"/>
              </a:defRPr>
            </a:lvl5pPr>
            <a:lvl6pPr algn="l">
              <a:defRPr sz="2025" b="0">
                <a:solidFill>
                  <a:srgbClr val="182A3A"/>
                </a:solidFill>
                <a:latin typeface="Arial"/>
                <a:ea typeface="Arial"/>
                <a:cs typeface="Arial"/>
              </a:defRPr>
            </a:lvl6pPr>
            <a:lvl7pPr algn="l">
              <a:defRPr sz="2025" b="0">
                <a:solidFill>
                  <a:srgbClr val="182A3A"/>
                </a:solidFill>
                <a:latin typeface="Arial"/>
                <a:ea typeface="Arial"/>
                <a:cs typeface="Arial"/>
              </a:defRPr>
            </a:lvl7pPr>
            <a:lvl8pPr algn="l">
              <a:defRPr sz="2025" b="0">
                <a:solidFill>
                  <a:srgbClr val="182A3A"/>
                </a:solidFill>
                <a:latin typeface="Arial"/>
                <a:ea typeface="Arial"/>
                <a:cs typeface="Arial"/>
              </a:defRPr>
            </a:lvl8pPr>
            <a:lvl9pPr algn="l">
              <a:defRPr sz="2025" b="0">
                <a:solidFill>
                  <a:srgbClr val="182A3A"/>
                </a:solidFill>
                <a:latin typeface="Arial"/>
                <a:ea typeface="Arial"/>
                <a:cs typeface="Arial"/>
              </a:defRPr>
            </a:lvl9pPr>
          </a:lstStyle>
          <a:p xmlns:a="http://schemas.openxmlformats.org/drawingml/2006/main">
            <a:pPr algn="l">
              <a:defRPr sz="2025" b="0">
                <a:solidFill>
                  <a:srgbClr val="182A3A"/>
                </a:solidFill>
                <a:latin typeface="Arial"/>
                <a:ea typeface="Arial"/>
                <a:cs typeface="Arial"/>
              </a:defRPr>
            </a:pPr>
            <a:r>
              <a:rPr sz="2025" b="0">
                <a:solidFill>
                  <a:srgbClr val="182A3A"/>
                </a:solidFill>
                <a:latin typeface="Arial"/>
                <a:ea typeface="Arial"/>
                <a:cs typeface="Arial"/>
              </a:rPr>
              <a:t>Indicador_Oficial presenta #N/A en las 576 actividades. Nombre_Indicador presenta #ERROR! en 546 y está vacío en 30.</a:t>
            </a:r>
          </a:p>
        </p:txBody>
      </p:sp>
      <p:sp>
        <p:nvSpPr>
          <p:cNvPr id="14" name="limite-interpretacion">
            <a:extLst xmlns:a="http://schemas.openxmlformats.org/drawingml/2006/main">
              <a:ext uri="{FF2B5EF4-FFF2-40B4-BE49-F238E27FC236}">
                <a16:creationId xmlns:a16="http://schemas.microsoft.com/office/drawing/2014/main" id="{B122048E-1524-4669-96AE-2D41A53477EF}"/>
              </a:ext>
            </a:extLst>
          </p:cNvPr>
          <p:cNvSpPr>
            <a:spLocks xmlns:a="http://schemas.openxmlformats.org/drawingml/2006/main" noGrp="1"/>
          </p:cNvSpPr>
          <p:nvPr/>
        </p:nvSpPr>
        <p:spPr>
          <a:xfrm xmlns:a="http://schemas.openxmlformats.org/drawingml/2006/main">
            <a:off x="571500" y="5810250"/>
            <a:ext cx="1104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666A"/>
                </a:solidFill>
                <a:latin typeface="Arial"/>
                <a:ea typeface="Arial"/>
                <a:cs typeface="Arial"/>
              </a:defRPr>
            </a:defPPr>
            <a:lvl1pPr algn="l">
              <a:defRPr sz="1650" b="0">
                <a:solidFill>
                  <a:srgbClr val="63666A"/>
                </a:solidFill>
                <a:latin typeface="Arial"/>
                <a:ea typeface="Arial"/>
                <a:cs typeface="Arial"/>
              </a:defRPr>
            </a:lvl1pPr>
            <a:lvl2pPr algn="l">
              <a:defRPr sz="1650" b="0">
                <a:solidFill>
                  <a:srgbClr val="63666A"/>
                </a:solidFill>
                <a:latin typeface="Arial"/>
                <a:ea typeface="Arial"/>
                <a:cs typeface="Arial"/>
              </a:defRPr>
            </a:lvl2pPr>
            <a:lvl3pPr algn="l">
              <a:defRPr sz="1650" b="0">
                <a:solidFill>
                  <a:srgbClr val="63666A"/>
                </a:solidFill>
                <a:latin typeface="Arial"/>
                <a:ea typeface="Arial"/>
                <a:cs typeface="Arial"/>
              </a:defRPr>
            </a:lvl3pPr>
            <a:lvl4pPr algn="l">
              <a:defRPr sz="1650" b="0">
                <a:solidFill>
                  <a:srgbClr val="63666A"/>
                </a:solidFill>
                <a:latin typeface="Arial"/>
                <a:ea typeface="Arial"/>
                <a:cs typeface="Arial"/>
              </a:defRPr>
            </a:lvl4pPr>
            <a:lvl5pPr algn="l">
              <a:defRPr sz="1650" b="0">
                <a:solidFill>
                  <a:srgbClr val="63666A"/>
                </a:solidFill>
                <a:latin typeface="Arial"/>
                <a:ea typeface="Arial"/>
                <a:cs typeface="Arial"/>
              </a:defRPr>
            </a:lvl5pPr>
            <a:lvl6pPr algn="l">
              <a:defRPr sz="1650" b="0">
                <a:solidFill>
                  <a:srgbClr val="63666A"/>
                </a:solidFill>
                <a:latin typeface="Arial"/>
                <a:ea typeface="Arial"/>
                <a:cs typeface="Arial"/>
              </a:defRPr>
            </a:lvl6pPr>
            <a:lvl7pPr algn="l">
              <a:defRPr sz="1650" b="0">
                <a:solidFill>
                  <a:srgbClr val="63666A"/>
                </a:solidFill>
                <a:latin typeface="Arial"/>
                <a:ea typeface="Arial"/>
                <a:cs typeface="Arial"/>
              </a:defRPr>
            </a:lvl7pPr>
            <a:lvl8pPr algn="l">
              <a:defRPr sz="1650" b="0">
                <a:solidFill>
                  <a:srgbClr val="63666A"/>
                </a:solidFill>
                <a:latin typeface="Arial"/>
                <a:ea typeface="Arial"/>
                <a:cs typeface="Arial"/>
              </a:defRPr>
            </a:lvl8pPr>
            <a:lvl9pPr algn="l">
              <a:defRPr sz="1650" b="0">
                <a:solidFill>
                  <a:srgbClr val="63666A"/>
                </a:solidFill>
                <a:latin typeface="Arial"/>
                <a:ea typeface="Arial"/>
                <a:cs typeface="Arial"/>
              </a:defRPr>
            </a:lvl9pPr>
          </a:lstStyle>
          <a:p xmlns:a="http://schemas.openxmlformats.org/drawingml/2006/main">
            <a:pPr algn="l">
              <a:defRPr sz="1650" b="0">
                <a:solidFill>
                  <a:srgbClr val="63666A"/>
                </a:solidFill>
                <a:latin typeface="Arial"/>
                <a:ea typeface="Arial"/>
                <a:cs typeface="Arial"/>
              </a:defRPr>
            </a:pPr>
            <a:r>
              <a:rPr sz="1650" b="0">
                <a:solidFill>
                  <a:srgbClr val="63666A"/>
                </a:solidFill>
                <a:latin typeface="Arial"/>
                <a:ea typeface="Arial"/>
                <a:cs typeface="Arial"/>
              </a:rPr>
              <a:t>Estos campos requieren revisión técnica antes de su uso. No equivalen a un error de captura de cada equipo.</a:t>
            </a:r>
          </a:p>
        </p:txBody>
      </p:sp>
    </p:spTree>
    <p:extLst>
      <p:ext uri="{BB962C8B-B14F-4D97-AF65-F5344CB8AC3E}">
        <p14:creationId xmlns:p14="http://schemas.microsoft.com/office/powerpoint/2010/main" val="12211894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2026-10-21T22:43:58.9680000Z</dcterms:created>
  <dcterms:modified xsi:type="dcterms:W3CDTF">2026-10-21T22:43:58.9690000Z</dcterms:modified>
</coreProperties>
</file>